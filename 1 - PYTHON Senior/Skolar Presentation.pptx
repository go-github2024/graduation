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3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89" r:id="rId2"/>
    <p:sldMasterId id="2147483691" r:id="rId3"/>
    <p:sldMasterId id="2147483713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74" autoAdjust="0"/>
    <p:restoredTop sz="94660"/>
  </p:normalViewPr>
  <p:slideViewPr>
    <p:cSldViewPr snapToGrid="0" showGuides="1">
      <p:cViewPr>
        <p:scale>
          <a:sx n="125" d="100"/>
          <a:sy n="125" d="100"/>
        </p:scale>
        <p:origin x="1578" y="6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.png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.png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noFill/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227" y="-2517"/>
            <a:ext cx="12192243" cy="6864073"/>
            <a:chOff x="-170" y="-1888"/>
            <a:chExt cx="9144182" cy="5148055"/>
          </a:xfrm>
        </p:grpSpPr>
        <p:sp>
          <p:nvSpPr>
            <p:cNvPr id="10" name="Google Shape;10;p2"/>
            <p:cNvSpPr/>
            <p:nvPr/>
          </p:nvSpPr>
          <p:spPr>
            <a:xfrm flipH="1">
              <a:off x="3143645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" name="Google Shape;11;p2"/>
            <p:cNvSpPr/>
            <p:nvPr/>
          </p:nvSpPr>
          <p:spPr>
            <a:xfrm flipH="1">
              <a:off x="-170" y="284850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9143974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" name="Google Shape;13;p2"/>
            <p:cNvSpPr/>
            <p:nvPr/>
          </p:nvSpPr>
          <p:spPr>
            <a:xfrm flipH="1">
              <a:off x="8858242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" name="Google Shape;14;p2"/>
            <p:cNvSpPr/>
            <p:nvPr/>
          </p:nvSpPr>
          <p:spPr>
            <a:xfrm flipH="1">
              <a:off x="8572510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8286778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" name="Google Shape;16;p2"/>
            <p:cNvSpPr/>
            <p:nvPr/>
          </p:nvSpPr>
          <p:spPr>
            <a:xfrm flipH="1">
              <a:off x="8001047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" name="Google Shape;17;p2"/>
            <p:cNvSpPr/>
            <p:nvPr/>
          </p:nvSpPr>
          <p:spPr>
            <a:xfrm flipH="1">
              <a:off x="7715315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" name="Google Shape;18;p2"/>
            <p:cNvSpPr/>
            <p:nvPr/>
          </p:nvSpPr>
          <p:spPr>
            <a:xfrm flipH="1">
              <a:off x="7429583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" name="Google Shape;19;p2"/>
            <p:cNvSpPr/>
            <p:nvPr/>
          </p:nvSpPr>
          <p:spPr>
            <a:xfrm flipH="1">
              <a:off x="7143851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" name="Google Shape;20;p2"/>
            <p:cNvSpPr/>
            <p:nvPr/>
          </p:nvSpPr>
          <p:spPr>
            <a:xfrm rot="10800000" flipH="1">
              <a:off x="6858158" y="-1888"/>
              <a:ext cx="0" cy="5147280"/>
            </a:xfrm>
            <a:custGeom>
              <a:avLst/>
              <a:gdLst/>
              <a:ahLst/>
              <a:cxnLst/>
              <a:rect l="l" t="t" r="r" b="b"/>
              <a:pathLst>
                <a:path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" name="Google Shape;21;p2"/>
            <p:cNvSpPr/>
            <p:nvPr/>
          </p:nvSpPr>
          <p:spPr>
            <a:xfrm flipH="1">
              <a:off x="6572426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" name="Google Shape;22;p2"/>
            <p:cNvSpPr/>
            <p:nvPr/>
          </p:nvSpPr>
          <p:spPr>
            <a:xfrm flipH="1">
              <a:off x="6286695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" name="Google Shape;23;p2"/>
            <p:cNvSpPr/>
            <p:nvPr/>
          </p:nvSpPr>
          <p:spPr>
            <a:xfrm flipH="1">
              <a:off x="6000963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" name="Google Shape;24;p2"/>
            <p:cNvSpPr/>
            <p:nvPr/>
          </p:nvSpPr>
          <p:spPr>
            <a:xfrm flipH="1">
              <a:off x="5715231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" name="Google Shape;25;p2"/>
            <p:cNvSpPr/>
            <p:nvPr/>
          </p:nvSpPr>
          <p:spPr>
            <a:xfrm flipH="1">
              <a:off x="5429499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" name="Google Shape;26;p2"/>
            <p:cNvSpPr/>
            <p:nvPr/>
          </p:nvSpPr>
          <p:spPr>
            <a:xfrm flipH="1">
              <a:off x="5143768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" name="Google Shape;27;p2"/>
            <p:cNvSpPr/>
            <p:nvPr/>
          </p:nvSpPr>
          <p:spPr>
            <a:xfrm flipH="1">
              <a:off x="4858036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" name="Google Shape;28;p2"/>
            <p:cNvSpPr/>
            <p:nvPr/>
          </p:nvSpPr>
          <p:spPr>
            <a:xfrm flipH="1">
              <a:off x="4572304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" name="Google Shape;29;p2"/>
            <p:cNvSpPr/>
            <p:nvPr/>
          </p:nvSpPr>
          <p:spPr>
            <a:xfrm flipH="1">
              <a:off x="4286572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" name="Google Shape;30;p2"/>
            <p:cNvSpPr/>
            <p:nvPr/>
          </p:nvSpPr>
          <p:spPr>
            <a:xfrm flipH="1">
              <a:off x="4000841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" name="Google Shape;31;p2"/>
            <p:cNvSpPr/>
            <p:nvPr/>
          </p:nvSpPr>
          <p:spPr>
            <a:xfrm flipH="1">
              <a:off x="3715109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" name="Google Shape;32;p2"/>
            <p:cNvSpPr/>
            <p:nvPr/>
          </p:nvSpPr>
          <p:spPr>
            <a:xfrm flipH="1">
              <a:off x="3429377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" name="Google Shape;33;p2"/>
            <p:cNvSpPr/>
            <p:nvPr/>
          </p:nvSpPr>
          <p:spPr>
            <a:xfrm flipH="1">
              <a:off x="-170" y="2858472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" name="Google Shape;34;p2"/>
            <p:cNvSpPr/>
            <p:nvPr/>
          </p:nvSpPr>
          <p:spPr>
            <a:xfrm flipH="1">
              <a:off x="-170" y="2572497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1"/>
                  </a:moveTo>
                  <a:lnTo>
                    <a:pt x="154953" y="1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" name="Google Shape;35;p2"/>
            <p:cNvSpPr/>
            <p:nvPr/>
          </p:nvSpPr>
          <p:spPr>
            <a:xfrm flipH="1">
              <a:off x="-170" y="2286561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" name="Google Shape;36;p2"/>
            <p:cNvSpPr/>
            <p:nvPr/>
          </p:nvSpPr>
          <p:spPr>
            <a:xfrm flipH="1">
              <a:off x="-170" y="2000585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" name="Google Shape;37;p2"/>
            <p:cNvSpPr/>
            <p:nvPr/>
          </p:nvSpPr>
          <p:spPr>
            <a:xfrm flipH="1">
              <a:off x="-170" y="1714610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1"/>
                  </a:moveTo>
                  <a:lnTo>
                    <a:pt x="154953" y="1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" name="Google Shape;38;p2"/>
            <p:cNvSpPr/>
            <p:nvPr/>
          </p:nvSpPr>
          <p:spPr>
            <a:xfrm flipH="1">
              <a:off x="-170" y="1428674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" name="Google Shape;39;p2"/>
            <p:cNvSpPr/>
            <p:nvPr/>
          </p:nvSpPr>
          <p:spPr>
            <a:xfrm flipH="1">
              <a:off x="-170" y="4287500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" name="Google Shape;40;p2"/>
            <p:cNvSpPr/>
            <p:nvPr/>
          </p:nvSpPr>
          <p:spPr>
            <a:xfrm flipH="1">
              <a:off x="-170" y="4001524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1"/>
                  </a:moveTo>
                  <a:lnTo>
                    <a:pt x="154953" y="1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" name="Google Shape;41;p2"/>
            <p:cNvSpPr/>
            <p:nvPr/>
          </p:nvSpPr>
          <p:spPr>
            <a:xfrm flipH="1">
              <a:off x="-170" y="3716321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1"/>
                  </a:moveTo>
                  <a:lnTo>
                    <a:pt x="154953" y="1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" name="Google Shape;42;p2"/>
            <p:cNvSpPr/>
            <p:nvPr/>
          </p:nvSpPr>
          <p:spPr>
            <a:xfrm flipH="1">
              <a:off x="-170" y="3430384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" name="Google Shape;43;p2"/>
            <p:cNvSpPr/>
            <p:nvPr/>
          </p:nvSpPr>
          <p:spPr>
            <a:xfrm flipH="1">
              <a:off x="-170" y="4859411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" name="Google Shape;44;p2"/>
            <p:cNvSpPr/>
            <p:nvPr/>
          </p:nvSpPr>
          <p:spPr>
            <a:xfrm flipH="1">
              <a:off x="-170" y="4573436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1"/>
                  </a:moveTo>
                  <a:lnTo>
                    <a:pt x="154953" y="1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" name="Google Shape;45;p2"/>
            <p:cNvSpPr/>
            <p:nvPr/>
          </p:nvSpPr>
          <p:spPr>
            <a:xfrm flipH="1">
              <a:off x="-170" y="3144409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1"/>
                  </a:moveTo>
                  <a:lnTo>
                    <a:pt x="154953" y="1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" name="Google Shape;46;p2"/>
            <p:cNvSpPr/>
            <p:nvPr/>
          </p:nvSpPr>
          <p:spPr>
            <a:xfrm flipH="1">
              <a:off x="-170" y="1142698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1"/>
                  </a:moveTo>
                  <a:lnTo>
                    <a:pt x="154953" y="1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" name="Google Shape;47;p2"/>
            <p:cNvSpPr/>
            <p:nvPr/>
          </p:nvSpPr>
          <p:spPr>
            <a:xfrm flipH="1">
              <a:off x="-170" y="856762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" name="Google Shape;48;p2"/>
            <p:cNvSpPr/>
            <p:nvPr/>
          </p:nvSpPr>
          <p:spPr>
            <a:xfrm flipH="1">
              <a:off x="-170" y="570787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1"/>
                  </a:moveTo>
                  <a:lnTo>
                    <a:pt x="154953" y="1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" name="Google Shape;49;p2"/>
            <p:cNvSpPr/>
            <p:nvPr/>
          </p:nvSpPr>
          <p:spPr>
            <a:xfrm flipH="1">
              <a:off x="572060" y="-1113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" name="Google Shape;50;p2"/>
            <p:cNvSpPr/>
            <p:nvPr/>
          </p:nvSpPr>
          <p:spPr>
            <a:xfrm flipH="1">
              <a:off x="2857914" y="-1113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" name="Google Shape;51;p2"/>
            <p:cNvSpPr/>
            <p:nvPr/>
          </p:nvSpPr>
          <p:spPr>
            <a:xfrm flipH="1">
              <a:off x="2572182" y="-1113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" name="Google Shape;52;p2"/>
            <p:cNvSpPr/>
            <p:nvPr/>
          </p:nvSpPr>
          <p:spPr>
            <a:xfrm flipH="1">
              <a:off x="2286450" y="-1113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" name="Google Shape;53;p2"/>
            <p:cNvSpPr/>
            <p:nvPr/>
          </p:nvSpPr>
          <p:spPr>
            <a:xfrm flipH="1">
              <a:off x="2000718" y="-1113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" name="Google Shape;54;p2"/>
            <p:cNvSpPr/>
            <p:nvPr/>
          </p:nvSpPr>
          <p:spPr>
            <a:xfrm flipH="1">
              <a:off x="1714987" y="-1113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" name="Google Shape;55;p2"/>
            <p:cNvSpPr/>
            <p:nvPr/>
          </p:nvSpPr>
          <p:spPr>
            <a:xfrm flipH="1">
              <a:off x="1429255" y="-1113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" name="Google Shape;56;p2"/>
            <p:cNvSpPr/>
            <p:nvPr/>
          </p:nvSpPr>
          <p:spPr>
            <a:xfrm flipH="1">
              <a:off x="1143523" y="-1113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" name="Google Shape;57;p2"/>
            <p:cNvSpPr/>
            <p:nvPr/>
          </p:nvSpPr>
          <p:spPr>
            <a:xfrm flipH="1">
              <a:off x="857791" y="-1113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" name="Google Shape;58;p2"/>
            <p:cNvSpPr/>
            <p:nvPr/>
          </p:nvSpPr>
          <p:spPr>
            <a:xfrm flipH="1">
              <a:off x="596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" name="Google Shape;59;p2"/>
            <p:cNvSpPr/>
            <p:nvPr/>
          </p:nvSpPr>
          <p:spPr>
            <a:xfrm flipH="1">
              <a:off x="286328" y="-1113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60" name="Google Shape;60;p2"/>
          <p:cNvGrpSpPr/>
          <p:nvPr/>
        </p:nvGrpSpPr>
        <p:grpSpPr>
          <a:xfrm>
            <a:off x="2604048" y="-32"/>
            <a:ext cx="7807561" cy="1562411"/>
            <a:chOff x="-1283725" y="-1865700"/>
            <a:chExt cx="5173312" cy="1171808"/>
          </a:xfrm>
        </p:grpSpPr>
        <p:sp>
          <p:nvSpPr>
            <p:cNvPr id="61" name="Google Shape;61;p2"/>
            <p:cNvSpPr/>
            <p:nvPr/>
          </p:nvSpPr>
          <p:spPr>
            <a:xfrm>
              <a:off x="-1283725" y="-1865700"/>
              <a:ext cx="5173200" cy="1171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62" name="Google Shape;62;p2"/>
            <p:cNvGrpSpPr/>
            <p:nvPr/>
          </p:nvGrpSpPr>
          <p:grpSpPr>
            <a:xfrm rot="5400000">
              <a:off x="717027" y="-3866452"/>
              <a:ext cx="1171808" cy="5173312"/>
              <a:chOff x="7792762" y="2921359"/>
              <a:chExt cx="1171808" cy="2223646"/>
            </a:xfrm>
          </p:grpSpPr>
          <p:sp>
            <p:nvSpPr>
              <p:cNvPr id="63" name="Google Shape;63;p2"/>
              <p:cNvSpPr/>
              <p:nvPr/>
            </p:nvSpPr>
            <p:spPr>
              <a:xfrm>
                <a:off x="7792762" y="2921359"/>
                <a:ext cx="67102" cy="2223646"/>
              </a:xfrm>
              <a:custGeom>
                <a:avLst/>
                <a:gdLst/>
                <a:ahLst/>
                <a:cxnLst/>
                <a:rect l="l" t="t" r="r" b="b"/>
                <a:pathLst>
                  <a:path w="1741" h="57641" extrusionOk="0">
                    <a:moveTo>
                      <a:pt x="1" y="1"/>
                    </a:moveTo>
                    <a:lnTo>
                      <a:pt x="1" y="57641"/>
                    </a:lnTo>
                    <a:lnTo>
                      <a:pt x="1740" y="57641"/>
                    </a:lnTo>
                    <a:lnTo>
                      <a:pt x="1740" y="1"/>
                    </a:lnTo>
                    <a:close/>
                  </a:path>
                </a:pathLst>
              </a:custGeom>
              <a:solidFill>
                <a:srgbClr val="0B0B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4" name="Google Shape;64;p2"/>
              <p:cNvSpPr/>
              <p:nvPr/>
            </p:nvSpPr>
            <p:spPr>
              <a:xfrm>
                <a:off x="7976378" y="2921359"/>
                <a:ext cx="67835" cy="2223646"/>
              </a:xfrm>
              <a:custGeom>
                <a:avLst/>
                <a:gdLst/>
                <a:ahLst/>
                <a:cxnLst/>
                <a:rect l="l" t="t" r="r" b="b"/>
                <a:pathLst>
                  <a:path w="1760" h="57641" extrusionOk="0">
                    <a:moveTo>
                      <a:pt x="0" y="1"/>
                    </a:moveTo>
                    <a:lnTo>
                      <a:pt x="0" y="57641"/>
                    </a:lnTo>
                    <a:lnTo>
                      <a:pt x="1760" y="57641"/>
                    </a:lnTo>
                    <a:lnTo>
                      <a:pt x="1760" y="1"/>
                    </a:lnTo>
                    <a:close/>
                  </a:path>
                </a:pathLst>
              </a:custGeom>
              <a:solidFill>
                <a:srgbClr val="0B0B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5" name="Google Shape;65;p2"/>
              <p:cNvSpPr/>
              <p:nvPr/>
            </p:nvSpPr>
            <p:spPr>
              <a:xfrm>
                <a:off x="8160766" y="2921359"/>
                <a:ext cx="67064" cy="2223646"/>
              </a:xfrm>
              <a:custGeom>
                <a:avLst/>
                <a:gdLst/>
                <a:ahLst/>
                <a:cxnLst/>
                <a:rect l="l" t="t" r="r" b="b"/>
                <a:pathLst>
                  <a:path w="1740" h="57641" extrusionOk="0">
                    <a:moveTo>
                      <a:pt x="0" y="1"/>
                    </a:moveTo>
                    <a:lnTo>
                      <a:pt x="0" y="57641"/>
                    </a:lnTo>
                    <a:lnTo>
                      <a:pt x="1739" y="57641"/>
                    </a:lnTo>
                    <a:lnTo>
                      <a:pt x="1739" y="1"/>
                    </a:lnTo>
                    <a:close/>
                  </a:path>
                </a:pathLst>
              </a:custGeom>
              <a:solidFill>
                <a:srgbClr val="0B0B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6" name="Google Shape;66;p2"/>
              <p:cNvSpPr/>
              <p:nvPr/>
            </p:nvSpPr>
            <p:spPr>
              <a:xfrm>
                <a:off x="8345115" y="2921359"/>
                <a:ext cx="67102" cy="2223646"/>
              </a:xfrm>
              <a:custGeom>
                <a:avLst/>
                <a:gdLst/>
                <a:ahLst/>
                <a:cxnLst/>
                <a:rect l="l" t="t" r="r" b="b"/>
                <a:pathLst>
                  <a:path w="1741" h="57641" extrusionOk="0">
                    <a:moveTo>
                      <a:pt x="1" y="1"/>
                    </a:moveTo>
                    <a:lnTo>
                      <a:pt x="1" y="57641"/>
                    </a:lnTo>
                    <a:lnTo>
                      <a:pt x="1740" y="57641"/>
                    </a:lnTo>
                    <a:lnTo>
                      <a:pt x="1740" y="1"/>
                    </a:lnTo>
                    <a:close/>
                  </a:path>
                </a:pathLst>
              </a:custGeom>
              <a:solidFill>
                <a:srgbClr val="0B0B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7" name="Google Shape;67;p2"/>
              <p:cNvSpPr/>
              <p:nvPr/>
            </p:nvSpPr>
            <p:spPr>
              <a:xfrm>
                <a:off x="8528731" y="2921359"/>
                <a:ext cx="67835" cy="2223646"/>
              </a:xfrm>
              <a:custGeom>
                <a:avLst/>
                <a:gdLst/>
                <a:ahLst/>
                <a:cxnLst/>
                <a:rect l="l" t="t" r="r" b="b"/>
                <a:pathLst>
                  <a:path w="1760" h="57641" extrusionOk="0">
                    <a:moveTo>
                      <a:pt x="0" y="1"/>
                    </a:moveTo>
                    <a:lnTo>
                      <a:pt x="0" y="57641"/>
                    </a:lnTo>
                    <a:lnTo>
                      <a:pt x="1760" y="57641"/>
                    </a:lnTo>
                    <a:lnTo>
                      <a:pt x="1760" y="1"/>
                    </a:lnTo>
                    <a:close/>
                  </a:path>
                </a:pathLst>
              </a:custGeom>
              <a:solidFill>
                <a:srgbClr val="0B0B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8" name="Google Shape;68;p2"/>
              <p:cNvSpPr/>
              <p:nvPr/>
            </p:nvSpPr>
            <p:spPr>
              <a:xfrm>
                <a:off x="8713080" y="2921359"/>
                <a:ext cx="67102" cy="2223646"/>
              </a:xfrm>
              <a:custGeom>
                <a:avLst/>
                <a:gdLst/>
                <a:ahLst/>
                <a:cxnLst/>
                <a:rect l="l" t="t" r="r" b="b"/>
                <a:pathLst>
                  <a:path w="1741" h="57641" extrusionOk="0">
                    <a:moveTo>
                      <a:pt x="1" y="1"/>
                    </a:moveTo>
                    <a:lnTo>
                      <a:pt x="1" y="57641"/>
                    </a:lnTo>
                    <a:lnTo>
                      <a:pt x="1740" y="57641"/>
                    </a:lnTo>
                    <a:lnTo>
                      <a:pt x="1740" y="1"/>
                    </a:lnTo>
                    <a:close/>
                  </a:path>
                </a:pathLst>
              </a:custGeom>
              <a:solidFill>
                <a:srgbClr val="0B0B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9" name="Google Shape;69;p2"/>
              <p:cNvSpPr/>
              <p:nvPr/>
            </p:nvSpPr>
            <p:spPr>
              <a:xfrm>
                <a:off x="8896696" y="2921359"/>
                <a:ext cx="67873" cy="2223646"/>
              </a:xfrm>
              <a:custGeom>
                <a:avLst/>
                <a:gdLst/>
                <a:ahLst/>
                <a:cxnLst/>
                <a:rect l="l" t="t" r="r" b="b"/>
                <a:pathLst>
                  <a:path w="1761" h="57641" extrusionOk="0">
                    <a:moveTo>
                      <a:pt x="1" y="1"/>
                    </a:moveTo>
                    <a:lnTo>
                      <a:pt x="1" y="57641"/>
                    </a:lnTo>
                    <a:lnTo>
                      <a:pt x="1760" y="57641"/>
                    </a:lnTo>
                    <a:lnTo>
                      <a:pt x="1760" y="1"/>
                    </a:lnTo>
                    <a:close/>
                  </a:path>
                </a:pathLst>
              </a:custGeom>
              <a:solidFill>
                <a:srgbClr val="0B0B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sp>
        <p:nvSpPr>
          <p:cNvPr id="70" name="Google Shape;70;p2"/>
          <p:cNvSpPr/>
          <p:nvPr/>
        </p:nvSpPr>
        <p:spPr>
          <a:xfrm>
            <a:off x="10292667" y="-3033"/>
            <a:ext cx="1899240" cy="4978245"/>
          </a:xfrm>
          <a:custGeom>
            <a:avLst/>
            <a:gdLst/>
            <a:ahLst/>
            <a:cxnLst/>
            <a:rect l="l" t="t" r="r" b="b"/>
            <a:pathLst>
              <a:path w="86935" h="86936" extrusionOk="0">
                <a:moveTo>
                  <a:pt x="0" y="1"/>
                </a:moveTo>
                <a:lnTo>
                  <a:pt x="0" y="86935"/>
                </a:lnTo>
                <a:lnTo>
                  <a:pt x="86935" y="86935"/>
                </a:lnTo>
                <a:lnTo>
                  <a:pt x="86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71" name="Google Shape;71;p2"/>
          <p:cNvGrpSpPr/>
          <p:nvPr/>
        </p:nvGrpSpPr>
        <p:grpSpPr>
          <a:xfrm>
            <a:off x="9165263" y="266186"/>
            <a:ext cx="2815915" cy="2558665"/>
            <a:chOff x="6873947" y="199639"/>
            <a:chExt cx="2111936" cy="1918999"/>
          </a:xfrm>
        </p:grpSpPr>
        <p:sp>
          <p:nvSpPr>
            <p:cNvPr id="72" name="Google Shape;72;p2"/>
            <p:cNvSpPr/>
            <p:nvPr/>
          </p:nvSpPr>
          <p:spPr>
            <a:xfrm>
              <a:off x="6934922" y="248439"/>
              <a:ext cx="2050962" cy="1870199"/>
            </a:xfrm>
            <a:custGeom>
              <a:avLst/>
              <a:gdLst/>
              <a:ahLst/>
              <a:cxnLst/>
              <a:rect l="l" t="t" r="r" b="b"/>
              <a:pathLst>
                <a:path w="53213" h="48479" extrusionOk="0">
                  <a:moveTo>
                    <a:pt x="26616" y="0"/>
                  </a:moveTo>
                  <a:cubicBezTo>
                    <a:pt x="20409" y="0"/>
                    <a:pt x="14203" y="2367"/>
                    <a:pt x="9468" y="7101"/>
                  </a:cubicBezTo>
                  <a:cubicBezTo>
                    <a:pt x="0" y="16570"/>
                    <a:pt x="0" y="31929"/>
                    <a:pt x="9468" y="41377"/>
                  </a:cubicBezTo>
                  <a:cubicBezTo>
                    <a:pt x="14203" y="46111"/>
                    <a:pt x="20409" y="48478"/>
                    <a:pt x="26616" y="48478"/>
                  </a:cubicBezTo>
                  <a:cubicBezTo>
                    <a:pt x="32823" y="48478"/>
                    <a:pt x="39030" y="46111"/>
                    <a:pt x="43764" y="41377"/>
                  </a:cubicBezTo>
                  <a:cubicBezTo>
                    <a:pt x="53213" y="31929"/>
                    <a:pt x="53213" y="16570"/>
                    <a:pt x="43764" y="7101"/>
                  </a:cubicBezTo>
                  <a:cubicBezTo>
                    <a:pt x="39030" y="2367"/>
                    <a:pt x="32823" y="0"/>
                    <a:pt x="26616" y="0"/>
                  </a:cubicBezTo>
                  <a:close/>
                </a:path>
              </a:pathLst>
            </a:custGeom>
            <a:solidFill>
              <a:srgbClr val="0B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6873947" y="199639"/>
              <a:ext cx="2051001" cy="1870199"/>
            </a:xfrm>
            <a:custGeom>
              <a:avLst/>
              <a:gdLst/>
              <a:ahLst/>
              <a:cxnLst/>
              <a:rect l="l" t="t" r="r" b="b"/>
              <a:pathLst>
                <a:path w="53214" h="48479" extrusionOk="0">
                  <a:moveTo>
                    <a:pt x="26614" y="0"/>
                  </a:moveTo>
                  <a:cubicBezTo>
                    <a:pt x="20410" y="0"/>
                    <a:pt x="14203" y="2367"/>
                    <a:pt x="9469" y="7101"/>
                  </a:cubicBezTo>
                  <a:cubicBezTo>
                    <a:pt x="1" y="16570"/>
                    <a:pt x="1" y="31928"/>
                    <a:pt x="9469" y="41377"/>
                  </a:cubicBezTo>
                  <a:cubicBezTo>
                    <a:pt x="14203" y="46111"/>
                    <a:pt x="20410" y="48478"/>
                    <a:pt x="26614" y="48478"/>
                  </a:cubicBezTo>
                  <a:cubicBezTo>
                    <a:pt x="32819" y="48478"/>
                    <a:pt x="39021" y="46111"/>
                    <a:pt x="43745" y="41377"/>
                  </a:cubicBezTo>
                  <a:cubicBezTo>
                    <a:pt x="53213" y="31928"/>
                    <a:pt x="53213" y="16570"/>
                    <a:pt x="43745" y="7101"/>
                  </a:cubicBezTo>
                  <a:cubicBezTo>
                    <a:pt x="39021" y="2367"/>
                    <a:pt x="32819" y="0"/>
                    <a:pt x="26614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rgbClr val="0B0B0B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7007759" y="248841"/>
              <a:ext cx="602925" cy="603442"/>
            </a:xfrm>
            <a:custGeom>
              <a:avLst/>
              <a:gdLst/>
              <a:ahLst/>
              <a:cxnLst/>
              <a:rect l="l" t="t" r="r" b="b"/>
              <a:pathLst>
                <a:path w="51731" h="51731" fill="none" extrusionOk="0">
                  <a:moveTo>
                    <a:pt x="0" y="51730"/>
                  </a:moveTo>
                  <a:lnTo>
                    <a:pt x="51730" y="0"/>
                  </a:lnTo>
                </a:path>
              </a:pathLst>
            </a:custGeom>
            <a:noFill/>
            <a:ln w="2975" cap="flat" cmpd="sng">
              <a:solidFill>
                <a:srgbClr val="0B0B0B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6974450" y="200300"/>
              <a:ext cx="819361" cy="820454"/>
            </a:xfrm>
            <a:custGeom>
              <a:avLst/>
              <a:gdLst/>
              <a:ahLst/>
              <a:cxnLst/>
              <a:rect l="l" t="t" r="r" b="b"/>
              <a:pathLst>
                <a:path w="51711" h="51731" fill="none" extrusionOk="0">
                  <a:moveTo>
                    <a:pt x="1" y="51730"/>
                  </a:moveTo>
                  <a:lnTo>
                    <a:pt x="51711" y="0"/>
                  </a:lnTo>
                </a:path>
              </a:pathLst>
            </a:custGeom>
            <a:noFill/>
            <a:ln w="2975" cap="flat" cmpd="sng">
              <a:solidFill>
                <a:srgbClr val="0B0B0B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6974450" y="200225"/>
              <a:ext cx="958851" cy="960127"/>
            </a:xfrm>
            <a:custGeom>
              <a:avLst/>
              <a:gdLst/>
              <a:ahLst/>
              <a:cxnLst/>
              <a:rect l="l" t="t" r="r" b="b"/>
              <a:pathLst>
                <a:path w="51711" h="51731" fill="none" extrusionOk="0">
                  <a:moveTo>
                    <a:pt x="0" y="51730"/>
                  </a:moveTo>
                  <a:lnTo>
                    <a:pt x="51710" y="0"/>
                  </a:lnTo>
                </a:path>
              </a:pathLst>
            </a:custGeom>
            <a:noFill/>
            <a:ln w="2975" cap="flat" cmpd="sng">
              <a:solidFill>
                <a:srgbClr val="0B0B0B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6974450" y="214324"/>
              <a:ext cx="1084282" cy="1085187"/>
            </a:xfrm>
            <a:custGeom>
              <a:avLst/>
              <a:gdLst/>
              <a:ahLst/>
              <a:cxnLst/>
              <a:rect l="l" t="t" r="r" b="b"/>
              <a:pathLst>
                <a:path w="51731" h="51731" fill="none" extrusionOk="0">
                  <a:moveTo>
                    <a:pt x="1" y="51730"/>
                  </a:moveTo>
                  <a:lnTo>
                    <a:pt x="51731" y="0"/>
                  </a:lnTo>
                </a:path>
              </a:pathLst>
            </a:custGeom>
            <a:noFill/>
            <a:ln w="2975" cap="flat" cmpd="sng">
              <a:solidFill>
                <a:srgbClr val="0B0B0B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7007750" y="236375"/>
              <a:ext cx="1168322" cy="1169509"/>
            </a:xfrm>
            <a:custGeom>
              <a:avLst/>
              <a:gdLst/>
              <a:ahLst/>
              <a:cxnLst/>
              <a:rect l="l" t="t" r="r" b="b"/>
              <a:pathLst>
                <a:path w="51730" h="51731" fill="none" extrusionOk="0">
                  <a:moveTo>
                    <a:pt x="0" y="51730"/>
                  </a:moveTo>
                  <a:lnTo>
                    <a:pt x="51730" y="0"/>
                  </a:lnTo>
                </a:path>
              </a:pathLst>
            </a:custGeom>
            <a:noFill/>
            <a:ln w="2975" cap="flat" cmpd="sng">
              <a:solidFill>
                <a:srgbClr val="0B0B0B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7046575" y="273175"/>
              <a:ext cx="1227619" cy="1229258"/>
            </a:xfrm>
            <a:custGeom>
              <a:avLst/>
              <a:gdLst/>
              <a:ahLst/>
              <a:cxnLst/>
              <a:rect l="l" t="t" r="r" b="b"/>
              <a:pathLst>
                <a:path w="51711" h="51731" fill="none" extrusionOk="0">
                  <a:moveTo>
                    <a:pt x="0" y="51730"/>
                  </a:moveTo>
                  <a:lnTo>
                    <a:pt x="51710" y="0"/>
                  </a:lnTo>
                </a:path>
              </a:pathLst>
            </a:custGeom>
            <a:noFill/>
            <a:ln w="2975" cap="flat" cmpd="sng">
              <a:solidFill>
                <a:srgbClr val="0B0B0B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7090975" y="324950"/>
              <a:ext cx="1274676" cy="1276333"/>
            </a:xfrm>
            <a:custGeom>
              <a:avLst/>
              <a:gdLst/>
              <a:ahLst/>
              <a:cxnLst/>
              <a:rect l="l" t="t" r="r" b="b"/>
              <a:pathLst>
                <a:path w="51711" h="51731" fill="none" extrusionOk="0">
                  <a:moveTo>
                    <a:pt x="1" y="51730"/>
                  </a:moveTo>
                  <a:lnTo>
                    <a:pt x="51711" y="0"/>
                  </a:lnTo>
                </a:path>
              </a:pathLst>
            </a:custGeom>
            <a:noFill/>
            <a:ln w="2975" cap="flat" cmpd="sng">
              <a:solidFill>
                <a:srgbClr val="0B0B0B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7144354" y="377218"/>
              <a:ext cx="1308794" cy="1309700"/>
            </a:xfrm>
            <a:custGeom>
              <a:avLst/>
              <a:gdLst/>
              <a:ahLst/>
              <a:cxnLst/>
              <a:rect l="l" t="t" r="r" b="b"/>
              <a:pathLst>
                <a:path w="51731" h="51731" fill="none" extrusionOk="0">
                  <a:moveTo>
                    <a:pt x="0" y="51730"/>
                  </a:moveTo>
                  <a:lnTo>
                    <a:pt x="51730" y="0"/>
                  </a:lnTo>
                </a:path>
              </a:pathLst>
            </a:custGeom>
            <a:noFill/>
            <a:ln w="2975" cap="flat" cmpd="sng">
              <a:solidFill>
                <a:srgbClr val="0B0B0B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7204939" y="436461"/>
              <a:ext cx="1327551" cy="1329357"/>
            </a:xfrm>
            <a:custGeom>
              <a:avLst/>
              <a:gdLst/>
              <a:ahLst/>
              <a:cxnLst/>
              <a:rect l="l" t="t" r="r" b="b"/>
              <a:pathLst>
                <a:path w="51711" h="51731" fill="none" extrusionOk="0">
                  <a:moveTo>
                    <a:pt x="1" y="51730"/>
                  </a:moveTo>
                  <a:lnTo>
                    <a:pt x="51711" y="0"/>
                  </a:lnTo>
                </a:path>
              </a:pathLst>
            </a:custGeom>
            <a:noFill/>
            <a:ln w="2975" cap="flat" cmpd="sng">
              <a:solidFill>
                <a:srgbClr val="0B0B0B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7272792" y="508136"/>
              <a:ext cx="1327576" cy="1329357"/>
            </a:xfrm>
            <a:custGeom>
              <a:avLst/>
              <a:gdLst/>
              <a:ahLst/>
              <a:cxnLst/>
              <a:rect l="l" t="t" r="r" b="b"/>
              <a:pathLst>
                <a:path w="51712" h="51731" fill="none" extrusionOk="0">
                  <a:moveTo>
                    <a:pt x="1" y="51730"/>
                  </a:moveTo>
                  <a:lnTo>
                    <a:pt x="51711" y="0"/>
                  </a:lnTo>
                </a:path>
              </a:pathLst>
            </a:custGeom>
            <a:noFill/>
            <a:ln w="2975" cap="flat" cmpd="sng">
              <a:solidFill>
                <a:srgbClr val="0B0B0B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7354080" y="585444"/>
              <a:ext cx="1308676" cy="1310088"/>
            </a:xfrm>
            <a:custGeom>
              <a:avLst/>
              <a:gdLst/>
              <a:ahLst/>
              <a:cxnLst/>
              <a:rect l="l" t="t" r="r" b="b"/>
              <a:pathLst>
                <a:path w="51711" h="51731" fill="none" extrusionOk="0">
                  <a:moveTo>
                    <a:pt x="0" y="51730"/>
                  </a:moveTo>
                  <a:lnTo>
                    <a:pt x="51710" y="0"/>
                  </a:lnTo>
                </a:path>
              </a:pathLst>
            </a:custGeom>
            <a:noFill/>
            <a:ln w="2975" cap="flat" cmpd="sng">
              <a:solidFill>
                <a:srgbClr val="0B0B0B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7445210" y="681680"/>
              <a:ext cx="1260167" cy="1261202"/>
            </a:xfrm>
            <a:custGeom>
              <a:avLst/>
              <a:gdLst/>
              <a:ahLst/>
              <a:cxnLst/>
              <a:rect l="l" t="t" r="r" b="b"/>
              <a:pathLst>
                <a:path w="51731" h="51731" fill="none" extrusionOk="0">
                  <a:moveTo>
                    <a:pt x="1" y="51730"/>
                  </a:moveTo>
                  <a:lnTo>
                    <a:pt x="51731" y="0"/>
                  </a:lnTo>
                </a:path>
              </a:pathLst>
            </a:custGeom>
            <a:noFill/>
            <a:ln w="2975" cap="flat" cmpd="sng">
              <a:solidFill>
                <a:srgbClr val="0B0B0B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7536299" y="741228"/>
              <a:ext cx="1248691" cy="1250338"/>
            </a:xfrm>
            <a:custGeom>
              <a:avLst/>
              <a:gdLst/>
              <a:ahLst/>
              <a:cxnLst/>
              <a:rect l="l" t="t" r="r" b="b"/>
              <a:pathLst>
                <a:path w="51711" h="51731" fill="none" extrusionOk="0">
                  <a:moveTo>
                    <a:pt x="0" y="51730"/>
                  </a:moveTo>
                  <a:lnTo>
                    <a:pt x="51710" y="0"/>
                  </a:lnTo>
                </a:path>
              </a:pathLst>
            </a:custGeom>
            <a:noFill/>
            <a:ln w="2975" cap="flat" cmpd="sng">
              <a:solidFill>
                <a:srgbClr val="0B0B0B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7640194" y="874414"/>
              <a:ext cx="1151345" cy="1152825"/>
            </a:xfrm>
            <a:custGeom>
              <a:avLst/>
              <a:gdLst/>
              <a:ahLst/>
              <a:cxnLst/>
              <a:rect l="l" t="t" r="r" b="b"/>
              <a:pathLst>
                <a:path w="51711" h="51731" fill="none" extrusionOk="0">
                  <a:moveTo>
                    <a:pt x="1" y="51730"/>
                  </a:moveTo>
                  <a:lnTo>
                    <a:pt x="51711" y="0"/>
                  </a:lnTo>
                </a:path>
              </a:pathLst>
            </a:custGeom>
            <a:noFill/>
            <a:ln w="2975" cap="flat" cmpd="sng">
              <a:solidFill>
                <a:srgbClr val="0B0B0B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7736374" y="984850"/>
              <a:ext cx="1084250" cy="1085575"/>
            </a:xfrm>
            <a:custGeom>
              <a:avLst/>
              <a:gdLst/>
              <a:ahLst/>
              <a:cxnLst/>
              <a:rect l="l" t="t" r="r" b="b"/>
              <a:pathLst>
                <a:path w="51711" h="51731" fill="none" extrusionOk="0">
                  <a:moveTo>
                    <a:pt x="1" y="51730"/>
                  </a:moveTo>
                  <a:lnTo>
                    <a:pt x="51711" y="0"/>
                  </a:lnTo>
                </a:path>
              </a:pathLst>
            </a:custGeom>
            <a:noFill/>
            <a:ln w="2975" cap="flat" cmpd="sng">
              <a:solidFill>
                <a:srgbClr val="0B0B0B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7881378" y="1117701"/>
              <a:ext cx="945513" cy="946289"/>
            </a:xfrm>
            <a:custGeom>
              <a:avLst/>
              <a:gdLst/>
              <a:ahLst/>
              <a:cxnLst/>
              <a:rect l="l" t="t" r="r" b="b"/>
              <a:pathLst>
                <a:path w="51731" h="51731" fill="none" extrusionOk="0">
                  <a:moveTo>
                    <a:pt x="0" y="51730"/>
                  </a:moveTo>
                  <a:lnTo>
                    <a:pt x="51730" y="0"/>
                  </a:lnTo>
                </a:path>
              </a:pathLst>
            </a:custGeom>
            <a:noFill/>
            <a:ln w="2975" cap="flat" cmpd="sng">
              <a:solidFill>
                <a:srgbClr val="0B0B0B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8014458" y="1229311"/>
              <a:ext cx="840045" cy="841146"/>
            </a:xfrm>
            <a:custGeom>
              <a:avLst/>
              <a:gdLst/>
              <a:ahLst/>
              <a:cxnLst/>
              <a:rect l="l" t="t" r="r" b="b"/>
              <a:pathLst>
                <a:path w="51711" h="51731" fill="none" extrusionOk="0">
                  <a:moveTo>
                    <a:pt x="1" y="51730"/>
                  </a:moveTo>
                  <a:lnTo>
                    <a:pt x="51711" y="0"/>
                  </a:lnTo>
                </a:path>
              </a:pathLst>
            </a:custGeom>
            <a:noFill/>
            <a:ln w="2975" cap="flat" cmpd="sng">
              <a:solidFill>
                <a:srgbClr val="0B0B0B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8153905" y="1443328"/>
              <a:ext cx="626220" cy="626980"/>
            </a:xfrm>
            <a:custGeom>
              <a:avLst/>
              <a:gdLst/>
              <a:ahLst/>
              <a:cxnLst/>
              <a:rect l="l" t="t" r="r" b="b"/>
              <a:pathLst>
                <a:path w="51711" h="51731" fill="none" extrusionOk="0">
                  <a:moveTo>
                    <a:pt x="0" y="51730"/>
                  </a:moveTo>
                  <a:lnTo>
                    <a:pt x="51710" y="0"/>
                  </a:lnTo>
                </a:path>
              </a:pathLst>
            </a:custGeom>
            <a:noFill/>
            <a:ln w="2975" cap="flat" cmpd="sng">
              <a:solidFill>
                <a:srgbClr val="0B0B0B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92" name="Google Shape;92;p2"/>
          <p:cNvSpPr/>
          <p:nvPr/>
        </p:nvSpPr>
        <p:spPr>
          <a:xfrm>
            <a:off x="6534" y="-3033"/>
            <a:ext cx="2716455" cy="2718936"/>
          </a:xfrm>
          <a:custGeom>
            <a:avLst/>
            <a:gdLst/>
            <a:ahLst/>
            <a:cxnLst/>
            <a:rect l="l" t="t" r="r" b="b"/>
            <a:pathLst>
              <a:path w="79444" h="79385" extrusionOk="0">
                <a:moveTo>
                  <a:pt x="0" y="1"/>
                </a:moveTo>
                <a:lnTo>
                  <a:pt x="0" y="79384"/>
                </a:lnTo>
                <a:lnTo>
                  <a:pt x="79443" y="79384"/>
                </a:lnTo>
                <a:lnTo>
                  <a:pt x="7944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93" name="Google Shape;93;p2"/>
          <p:cNvGrpSpPr/>
          <p:nvPr/>
        </p:nvGrpSpPr>
        <p:grpSpPr>
          <a:xfrm>
            <a:off x="10863254" y="5509305"/>
            <a:ext cx="323089" cy="307128"/>
            <a:chOff x="6142565" y="367567"/>
            <a:chExt cx="242317" cy="230346"/>
          </a:xfrm>
        </p:grpSpPr>
        <p:sp>
          <p:nvSpPr>
            <p:cNvPr id="94" name="Google Shape;94;p2"/>
            <p:cNvSpPr/>
            <p:nvPr/>
          </p:nvSpPr>
          <p:spPr>
            <a:xfrm>
              <a:off x="6191321" y="404177"/>
              <a:ext cx="193560" cy="193736"/>
            </a:xfrm>
            <a:custGeom>
              <a:avLst/>
              <a:gdLst/>
              <a:ahLst/>
              <a:cxnLst/>
              <a:rect l="l" t="t" r="r" b="b"/>
              <a:pathLst>
                <a:path w="5022" h="5022" extrusionOk="0">
                  <a:moveTo>
                    <a:pt x="2511" y="0"/>
                  </a:moveTo>
                  <a:cubicBezTo>
                    <a:pt x="1127" y="0"/>
                    <a:pt x="1" y="1127"/>
                    <a:pt x="1" y="2511"/>
                  </a:cubicBezTo>
                  <a:cubicBezTo>
                    <a:pt x="1" y="3895"/>
                    <a:pt x="1127" y="5021"/>
                    <a:pt x="2511" y="5021"/>
                  </a:cubicBezTo>
                  <a:cubicBezTo>
                    <a:pt x="3895" y="5021"/>
                    <a:pt x="5021" y="3895"/>
                    <a:pt x="5021" y="2511"/>
                  </a:cubicBezTo>
                  <a:cubicBezTo>
                    <a:pt x="5021" y="1127"/>
                    <a:pt x="3895" y="0"/>
                    <a:pt x="2511" y="0"/>
                  </a:cubicBezTo>
                  <a:close/>
                </a:path>
              </a:pathLst>
            </a:custGeom>
            <a:solidFill>
              <a:srgbClr val="0B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6142565" y="367567"/>
              <a:ext cx="193560" cy="193736"/>
            </a:xfrm>
            <a:custGeom>
              <a:avLst/>
              <a:gdLst/>
              <a:ahLst/>
              <a:cxnLst/>
              <a:rect l="l" t="t" r="r" b="b"/>
              <a:pathLst>
                <a:path w="5022" h="5022" extrusionOk="0">
                  <a:moveTo>
                    <a:pt x="2511" y="1"/>
                  </a:moveTo>
                  <a:cubicBezTo>
                    <a:pt x="1127" y="1"/>
                    <a:pt x="1" y="1127"/>
                    <a:pt x="1" y="2511"/>
                  </a:cubicBezTo>
                  <a:cubicBezTo>
                    <a:pt x="1" y="3895"/>
                    <a:pt x="1127" y="5021"/>
                    <a:pt x="2511" y="5021"/>
                  </a:cubicBezTo>
                  <a:cubicBezTo>
                    <a:pt x="3895" y="5021"/>
                    <a:pt x="5021" y="3895"/>
                    <a:pt x="5021" y="2511"/>
                  </a:cubicBezTo>
                  <a:cubicBezTo>
                    <a:pt x="5021" y="1127"/>
                    <a:pt x="3895" y="1"/>
                    <a:pt x="2511" y="1"/>
                  </a:cubicBezTo>
                  <a:close/>
                </a:path>
              </a:pathLst>
            </a:custGeom>
            <a:solidFill>
              <a:srgbClr val="EEBCC2"/>
            </a:solidFill>
            <a:ln w="9400" cap="flat" cmpd="sng">
              <a:solidFill>
                <a:srgbClr val="0B0B0B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96" name="Google Shape;96;p2"/>
          <p:cNvGrpSpPr/>
          <p:nvPr/>
        </p:nvGrpSpPr>
        <p:grpSpPr>
          <a:xfrm>
            <a:off x="-1646663" y="4954318"/>
            <a:ext cx="3293328" cy="374201"/>
            <a:chOff x="-716497" y="2444001"/>
            <a:chExt cx="2469996" cy="280651"/>
          </a:xfrm>
        </p:grpSpPr>
        <p:sp>
          <p:nvSpPr>
            <p:cNvPr id="97" name="Google Shape;97;p2"/>
            <p:cNvSpPr/>
            <p:nvPr/>
          </p:nvSpPr>
          <p:spPr>
            <a:xfrm>
              <a:off x="-667741" y="2492801"/>
              <a:ext cx="2421240" cy="231851"/>
            </a:xfrm>
            <a:custGeom>
              <a:avLst/>
              <a:gdLst/>
              <a:ahLst/>
              <a:cxnLst/>
              <a:rect l="l" t="t" r="r" b="b"/>
              <a:pathLst>
                <a:path w="62820" h="6010" extrusionOk="0">
                  <a:moveTo>
                    <a:pt x="11465" y="1"/>
                  </a:moveTo>
                  <a:cubicBezTo>
                    <a:pt x="8599" y="1"/>
                    <a:pt x="7116" y="1128"/>
                    <a:pt x="5812" y="2116"/>
                  </a:cubicBezTo>
                  <a:cubicBezTo>
                    <a:pt x="4626" y="3025"/>
                    <a:pt x="3618" y="3796"/>
                    <a:pt x="1483" y="3796"/>
                  </a:cubicBezTo>
                  <a:cubicBezTo>
                    <a:pt x="0" y="3796"/>
                    <a:pt x="0" y="6010"/>
                    <a:pt x="1483" y="6010"/>
                  </a:cubicBezTo>
                  <a:cubicBezTo>
                    <a:pt x="4369" y="6010"/>
                    <a:pt x="5851" y="4883"/>
                    <a:pt x="7156" y="3895"/>
                  </a:cubicBezTo>
                  <a:cubicBezTo>
                    <a:pt x="8322" y="3005"/>
                    <a:pt x="9350" y="2215"/>
                    <a:pt x="11465" y="2215"/>
                  </a:cubicBezTo>
                  <a:cubicBezTo>
                    <a:pt x="13580" y="2215"/>
                    <a:pt x="14608" y="2986"/>
                    <a:pt x="15794" y="3895"/>
                  </a:cubicBezTo>
                  <a:cubicBezTo>
                    <a:pt x="17099" y="4883"/>
                    <a:pt x="18581" y="6010"/>
                    <a:pt x="21447" y="6010"/>
                  </a:cubicBezTo>
                  <a:cubicBezTo>
                    <a:pt x="24314" y="6010"/>
                    <a:pt x="25796" y="4883"/>
                    <a:pt x="27101" y="3895"/>
                  </a:cubicBezTo>
                  <a:cubicBezTo>
                    <a:pt x="28287" y="3005"/>
                    <a:pt x="29295" y="2215"/>
                    <a:pt x="31410" y="2215"/>
                  </a:cubicBezTo>
                  <a:cubicBezTo>
                    <a:pt x="33545" y="2215"/>
                    <a:pt x="34553" y="3005"/>
                    <a:pt x="35739" y="3895"/>
                  </a:cubicBezTo>
                  <a:cubicBezTo>
                    <a:pt x="37044" y="4883"/>
                    <a:pt x="38526" y="6010"/>
                    <a:pt x="41392" y="6010"/>
                  </a:cubicBezTo>
                  <a:cubicBezTo>
                    <a:pt x="44258" y="6010"/>
                    <a:pt x="45741" y="4883"/>
                    <a:pt x="47046" y="3895"/>
                  </a:cubicBezTo>
                  <a:cubicBezTo>
                    <a:pt x="48232" y="3005"/>
                    <a:pt x="49259" y="2215"/>
                    <a:pt x="51375" y="2215"/>
                  </a:cubicBezTo>
                  <a:cubicBezTo>
                    <a:pt x="53490" y="2215"/>
                    <a:pt x="54517" y="3005"/>
                    <a:pt x="55684" y="3895"/>
                  </a:cubicBezTo>
                  <a:cubicBezTo>
                    <a:pt x="56988" y="4883"/>
                    <a:pt x="58471" y="6010"/>
                    <a:pt x="61337" y="6010"/>
                  </a:cubicBezTo>
                  <a:cubicBezTo>
                    <a:pt x="62820" y="6010"/>
                    <a:pt x="62820" y="3796"/>
                    <a:pt x="61337" y="3796"/>
                  </a:cubicBezTo>
                  <a:cubicBezTo>
                    <a:pt x="59222" y="3796"/>
                    <a:pt x="58214" y="3025"/>
                    <a:pt x="57028" y="2116"/>
                  </a:cubicBezTo>
                  <a:cubicBezTo>
                    <a:pt x="55723" y="1128"/>
                    <a:pt x="54241" y="1"/>
                    <a:pt x="51375" y="1"/>
                  </a:cubicBezTo>
                  <a:cubicBezTo>
                    <a:pt x="48508" y="1"/>
                    <a:pt x="47026" y="1128"/>
                    <a:pt x="45721" y="2116"/>
                  </a:cubicBezTo>
                  <a:cubicBezTo>
                    <a:pt x="44535" y="3025"/>
                    <a:pt x="43507" y="3796"/>
                    <a:pt x="41392" y="3796"/>
                  </a:cubicBezTo>
                  <a:cubicBezTo>
                    <a:pt x="39277" y="3796"/>
                    <a:pt x="38249" y="3025"/>
                    <a:pt x="37083" y="2116"/>
                  </a:cubicBezTo>
                  <a:cubicBezTo>
                    <a:pt x="35759" y="1128"/>
                    <a:pt x="34296" y="1"/>
                    <a:pt x="31410" y="1"/>
                  </a:cubicBezTo>
                  <a:cubicBezTo>
                    <a:pt x="28544" y="1"/>
                    <a:pt x="27061" y="1128"/>
                    <a:pt x="25757" y="2116"/>
                  </a:cubicBezTo>
                  <a:cubicBezTo>
                    <a:pt x="24590" y="3025"/>
                    <a:pt x="23563" y="3796"/>
                    <a:pt x="21447" y="3796"/>
                  </a:cubicBezTo>
                  <a:cubicBezTo>
                    <a:pt x="19332" y="3796"/>
                    <a:pt x="18305" y="3025"/>
                    <a:pt x="17119" y="2116"/>
                  </a:cubicBezTo>
                  <a:cubicBezTo>
                    <a:pt x="15814" y="1128"/>
                    <a:pt x="14331" y="1"/>
                    <a:pt x="11465" y="1"/>
                  </a:cubicBezTo>
                  <a:close/>
                </a:path>
              </a:pathLst>
            </a:custGeom>
            <a:solidFill>
              <a:srgbClr val="0B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-716497" y="2444001"/>
              <a:ext cx="2422011" cy="232622"/>
            </a:xfrm>
            <a:custGeom>
              <a:avLst/>
              <a:gdLst/>
              <a:ahLst/>
              <a:cxnLst/>
              <a:rect l="l" t="t" r="r" b="b"/>
              <a:pathLst>
                <a:path w="62840" h="6030" extrusionOk="0">
                  <a:moveTo>
                    <a:pt x="11465" y="1"/>
                  </a:moveTo>
                  <a:cubicBezTo>
                    <a:pt x="8599" y="1"/>
                    <a:pt x="7116" y="1128"/>
                    <a:pt x="5812" y="2116"/>
                  </a:cubicBezTo>
                  <a:cubicBezTo>
                    <a:pt x="4626" y="3025"/>
                    <a:pt x="3618" y="3796"/>
                    <a:pt x="1483" y="3796"/>
                  </a:cubicBezTo>
                  <a:cubicBezTo>
                    <a:pt x="0" y="3796"/>
                    <a:pt x="0" y="6010"/>
                    <a:pt x="1483" y="6010"/>
                  </a:cubicBezTo>
                  <a:cubicBezTo>
                    <a:pt x="4349" y="6010"/>
                    <a:pt x="5851" y="4883"/>
                    <a:pt x="7156" y="3895"/>
                  </a:cubicBezTo>
                  <a:cubicBezTo>
                    <a:pt x="8322" y="2986"/>
                    <a:pt x="9350" y="2215"/>
                    <a:pt x="11465" y="2215"/>
                  </a:cubicBezTo>
                  <a:cubicBezTo>
                    <a:pt x="13580" y="2215"/>
                    <a:pt x="14608" y="2986"/>
                    <a:pt x="15794" y="3895"/>
                  </a:cubicBezTo>
                  <a:cubicBezTo>
                    <a:pt x="17099" y="4883"/>
                    <a:pt x="18581" y="6010"/>
                    <a:pt x="21447" y="6010"/>
                  </a:cubicBezTo>
                  <a:cubicBezTo>
                    <a:pt x="24314" y="6010"/>
                    <a:pt x="25796" y="4883"/>
                    <a:pt x="27101" y="3895"/>
                  </a:cubicBezTo>
                  <a:cubicBezTo>
                    <a:pt x="28287" y="2986"/>
                    <a:pt x="29295" y="2215"/>
                    <a:pt x="31410" y="2215"/>
                  </a:cubicBezTo>
                  <a:cubicBezTo>
                    <a:pt x="33545" y="2215"/>
                    <a:pt x="34553" y="2986"/>
                    <a:pt x="35739" y="3895"/>
                  </a:cubicBezTo>
                  <a:cubicBezTo>
                    <a:pt x="37043" y="4883"/>
                    <a:pt x="38526" y="6010"/>
                    <a:pt x="41392" y="6010"/>
                  </a:cubicBezTo>
                  <a:cubicBezTo>
                    <a:pt x="44258" y="6010"/>
                    <a:pt x="45741" y="4883"/>
                    <a:pt x="47046" y="3895"/>
                  </a:cubicBezTo>
                  <a:cubicBezTo>
                    <a:pt x="48232" y="2986"/>
                    <a:pt x="49259" y="2215"/>
                    <a:pt x="51374" y="2215"/>
                  </a:cubicBezTo>
                  <a:cubicBezTo>
                    <a:pt x="53490" y="2215"/>
                    <a:pt x="54517" y="2986"/>
                    <a:pt x="55684" y="3895"/>
                  </a:cubicBezTo>
                  <a:cubicBezTo>
                    <a:pt x="56988" y="4883"/>
                    <a:pt x="58471" y="6010"/>
                    <a:pt x="61337" y="6010"/>
                  </a:cubicBezTo>
                  <a:lnTo>
                    <a:pt x="61357" y="6030"/>
                  </a:lnTo>
                  <a:cubicBezTo>
                    <a:pt x="62839" y="6030"/>
                    <a:pt x="62839" y="3796"/>
                    <a:pt x="61357" y="3796"/>
                  </a:cubicBezTo>
                  <a:cubicBezTo>
                    <a:pt x="59222" y="3796"/>
                    <a:pt x="58214" y="3025"/>
                    <a:pt x="57028" y="2136"/>
                  </a:cubicBezTo>
                  <a:cubicBezTo>
                    <a:pt x="55723" y="1128"/>
                    <a:pt x="54241" y="1"/>
                    <a:pt x="51374" y="1"/>
                  </a:cubicBezTo>
                  <a:cubicBezTo>
                    <a:pt x="48508" y="1"/>
                    <a:pt x="47026" y="1147"/>
                    <a:pt x="45721" y="2136"/>
                  </a:cubicBezTo>
                  <a:cubicBezTo>
                    <a:pt x="44535" y="3025"/>
                    <a:pt x="43527" y="3796"/>
                    <a:pt x="41392" y="3796"/>
                  </a:cubicBezTo>
                  <a:cubicBezTo>
                    <a:pt x="39277" y="3796"/>
                    <a:pt x="38269" y="3025"/>
                    <a:pt x="37083" y="2136"/>
                  </a:cubicBezTo>
                  <a:cubicBezTo>
                    <a:pt x="35778" y="1128"/>
                    <a:pt x="34296" y="1"/>
                    <a:pt x="31430" y="1"/>
                  </a:cubicBezTo>
                  <a:cubicBezTo>
                    <a:pt x="28563" y="1"/>
                    <a:pt x="27081" y="1147"/>
                    <a:pt x="25776" y="2136"/>
                  </a:cubicBezTo>
                  <a:cubicBezTo>
                    <a:pt x="24590" y="3025"/>
                    <a:pt x="23582" y="3796"/>
                    <a:pt x="21447" y="3796"/>
                  </a:cubicBezTo>
                  <a:cubicBezTo>
                    <a:pt x="19332" y="3796"/>
                    <a:pt x="18304" y="3045"/>
                    <a:pt x="17118" y="2116"/>
                  </a:cubicBezTo>
                  <a:cubicBezTo>
                    <a:pt x="15814" y="1128"/>
                    <a:pt x="14331" y="1"/>
                    <a:pt x="11465" y="1"/>
                  </a:cubicBezTo>
                  <a:close/>
                </a:path>
              </a:pathLst>
            </a:custGeom>
            <a:solidFill>
              <a:schemeClr val="accent2"/>
            </a:solidFill>
            <a:ln w="9400" cap="flat" cmpd="sng">
              <a:solidFill>
                <a:srgbClr val="0B0B0B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99" name="Google Shape;99;p2"/>
          <p:cNvGrpSpPr/>
          <p:nvPr/>
        </p:nvGrpSpPr>
        <p:grpSpPr>
          <a:xfrm>
            <a:off x="1062142" y="1005405"/>
            <a:ext cx="323089" cy="307128"/>
            <a:chOff x="6142565" y="367567"/>
            <a:chExt cx="242317" cy="230346"/>
          </a:xfrm>
        </p:grpSpPr>
        <p:sp>
          <p:nvSpPr>
            <p:cNvPr id="100" name="Google Shape;100;p2"/>
            <p:cNvSpPr/>
            <p:nvPr/>
          </p:nvSpPr>
          <p:spPr>
            <a:xfrm>
              <a:off x="6191321" y="404177"/>
              <a:ext cx="193560" cy="193736"/>
            </a:xfrm>
            <a:custGeom>
              <a:avLst/>
              <a:gdLst/>
              <a:ahLst/>
              <a:cxnLst/>
              <a:rect l="l" t="t" r="r" b="b"/>
              <a:pathLst>
                <a:path w="5022" h="5022" extrusionOk="0">
                  <a:moveTo>
                    <a:pt x="2511" y="0"/>
                  </a:moveTo>
                  <a:cubicBezTo>
                    <a:pt x="1127" y="0"/>
                    <a:pt x="1" y="1127"/>
                    <a:pt x="1" y="2511"/>
                  </a:cubicBezTo>
                  <a:cubicBezTo>
                    <a:pt x="1" y="3895"/>
                    <a:pt x="1127" y="5021"/>
                    <a:pt x="2511" y="5021"/>
                  </a:cubicBezTo>
                  <a:cubicBezTo>
                    <a:pt x="3895" y="5021"/>
                    <a:pt x="5021" y="3895"/>
                    <a:pt x="5021" y="2511"/>
                  </a:cubicBezTo>
                  <a:cubicBezTo>
                    <a:pt x="5021" y="1127"/>
                    <a:pt x="3895" y="0"/>
                    <a:pt x="2511" y="0"/>
                  </a:cubicBezTo>
                  <a:close/>
                </a:path>
              </a:pathLst>
            </a:custGeom>
            <a:solidFill>
              <a:srgbClr val="0B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6142565" y="367567"/>
              <a:ext cx="193560" cy="193736"/>
            </a:xfrm>
            <a:custGeom>
              <a:avLst/>
              <a:gdLst/>
              <a:ahLst/>
              <a:cxnLst/>
              <a:rect l="l" t="t" r="r" b="b"/>
              <a:pathLst>
                <a:path w="5022" h="5022" extrusionOk="0">
                  <a:moveTo>
                    <a:pt x="2511" y="1"/>
                  </a:moveTo>
                  <a:cubicBezTo>
                    <a:pt x="1127" y="1"/>
                    <a:pt x="1" y="1127"/>
                    <a:pt x="1" y="2511"/>
                  </a:cubicBezTo>
                  <a:cubicBezTo>
                    <a:pt x="1" y="3895"/>
                    <a:pt x="1127" y="5021"/>
                    <a:pt x="2511" y="5021"/>
                  </a:cubicBezTo>
                  <a:cubicBezTo>
                    <a:pt x="3895" y="5021"/>
                    <a:pt x="5021" y="3895"/>
                    <a:pt x="5021" y="2511"/>
                  </a:cubicBezTo>
                  <a:cubicBezTo>
                    <a:pt x="5021" y="1127"/>
                    <a:pt x="3895" y="1"/>
                    <a:pt x="2511" y="1"/>
                  </a:cubicBezTo>
                  <a:close/>
                </a:path>
              </a:pathLst>
            </a:custGeom>
            <a:solidFill>
              <a:srgbClr val="FFFFFF"/>
            </a:solidFill>
            <a:ln w="9400" cap="flat" cmpd="sng">
              <a:solidFill>
                <a:srgbClr val="0B0B0B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02" name="Google Shape;102;p2"/>
          <p:cNvSpPr/>
          <p:nvPr/>
        </p:nvSpPr>
        <p:spPr>
          <a:xfrm>
            <a:off x="11119108" y="3648572"/>
            <a:ext cx="258080" cy="258315"/>
          </a:xfrm>
          <a:custGeom>
            <a:avLst/>
            <a:gdLst/>
            <a:ahLst/>
            <a:cxnLst/>
            <a:rect l="l" t="t" r="r" b="b"/>
            <a:pathLst>
              <a:path w="5022" h="5022" extrusionOk="0">
                <a:moveTo>
                  <a:pt x="2511" y="1"/>
                </a:moveTo>
                <a:cubicBezTo>
                  <a:pt x="1127" y="1"/>
                  <a:pt x="1" y="1127"/>
                  <a:pt x="1" y="2511"/>
                </a:cubicBezTo>
                <a:cubicBezTo>
                  <a:pt x="1" y="3895"/>
                  <a:pt x="1127" y="5021"/>
                  <a:pt x="2511" y="5021"/>
                </a:cubicBezTo>
                <a:cubicBezTo>
                  <a:pt x="3895" y="5021"/>
                  <a:pt x="5021" y="3895"/>
                  <a:pt x="5021" y="2511"/>
                </a:cubicBezTo>
                <a:cubicBezTo>
                  <a:pt x="5021" y="1127"/>
                  <a:pt x="3895" y="1"/>
                  <a:pt x="2511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3" name="Google Shape;103;p2"/>
          <p:cNvSpPr txBox="1">
            <a:spLocks noGrp="1"/>
          </p:cNvSpPr>
          <p:nvPr>
            <p:ph type="ctrTitle"/>
          </p:nvPr>
        </p:nvSpPr>
        <p:spPr>
          <a:xfrm>
            <a:off x="2073600" y="2391000"/>
            <a:ext cx="8044800" cy="255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1pPr>
            <a:lvl2pPr lvl="1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2pPr>
            <a:lvl3pPr lvl="2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3pPr>
            <a:lvl4pPr lvl="3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4pPr>
            <a:lvl5pPr lvl="4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5pPr>
            <a:lvl6pPr lvl="5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6pPr>
            <a:lvl7pPr lvl="6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7pPr>
            <a:lvl8pPr lvl="7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8pPr>
            <a:lvl9pPr lvl="8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4" name="Google Shape;104;p2"/>
          <p:cNvSpPr txBox="1">
            <a:spLocks noGrp="1"/>
          </p:cNvSpPr>
          <p:nvPr>
            <p:ph type="subTitle" idx="1"/>
          </p:nvPr>
        </p:nvSpPr>
        <p:spPr>
          <a:xfrm>
            <a:off x="2606200" y="5394667"/>
            <a:ext cx="6979600" cy="536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dist="85725" dir="3000000" algn="bl" rotWithShape="0">
              <a:srgbClr val="000000"/>
            </a:outerShdw>
          </a:effectLst>
        </p:spPr>
        <p:txBody>
          <a:bodyPr spcFirstLastPara="1" wrap="square" lIns="182875" tIns="91425" rIns="18287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33924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" name="Google Shape;170;p4"/>
          <p:cNvGrpSpPr/>
          <p:nvPr/>
        </p:nvGrpSpPr>
        <p:grpSpPr>
          <a:xfrm>
            <a:off x="-899" y="-3033"/>
            <a:ext cx="12192916" cy="6864600"/>
            <a:chOff x="-675" y="-2275"/>
            <a:chExt cx="9144687" cy="5148450"/>
          </a:xfrm>
        </p:grpSpPr>
        <p:grpSp>
          <p:nvGrpSpPr>
            <p:cNvPr id="171" name="Google Shape;171;p4"/>
            <p:cNvGrpSpPr/>
            <p:nvPr/>
          </p:nvGrpSpPr>
          <p:grpSpPr>
            <a:xfrm>
              <a:off x="-170" y="-1888"/>
              <a:ext cx="9144182" cy="5148055"/>
              <a:chOff x="-170" y="-1888"/>
              <a:chExt cx="9144182" cy="5148055"/>
            </a:xfrm>
          </p:grpSpPr>
          <p:sp>
            <p:nvSpPr>
              <p:cNvPr id="172" name="Google Shape;172;p4"/>
              <p:cNvSpPr/>
              <p:nvPr/>
            </p:nvSpPr>
            <p:spPr>
              <a:xfrm flipH="1">
                <a:off x="3143645" y="-1888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3" name="Google Shape;173;p4"/>
              <p:cNvSpPr/>
              <p:nvPr/>
            </p:nvSpPr>
            <p:spPr>
              <a:xfrm flipH="1">
                <a:off x="-170" y="284850"/>
                <a:ext cx="9144164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0"/>
                    </a:moveTo>
                    <a:lnTo>
                      <a:pt x="154953" y="0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4" name="Google Shape;174;p4"/>
              <p:cNvSpPr/>
              <p:nvPr/>
            </p:nvSpPr>
            <p:spPr>
              <a:xfrm flipH="1">
                <a:off x="9143974" y="-1888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5" name="Google Shape;175;p4"/>
              <p:cNvSpPr/>
              <p:nvPr/>
            </p:nvSpPr>
            <p:spPr>
              <a:xfrm flipH="1">
                <a:off x="8858242" y="-1888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6" name="Google Shape;176;p4"/>
              <p:cNvSpPr/>
              <p:nvPr/>
            </p:nvSpPr>
            <p:spPr>
              <a:xfrm flipH="1">
                <a:off x="8572510" y="-1888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7" name="Google Shape;177;p4"/>
              <p:cNvSpPr/>
              <p:nvPr/>
            </p:nvSpPr>
            <p:spPr>
              <a:xfrm flipH="1">
                <a:off x="8286778" y="-1888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8" name="Google Shape;178;p4"/>
              <p:cNvSpPr/>
              <p:nvPr/>
            </p:nvSpPr>
            <p:spPr>
              <a:xfrm flipH="1">
                <a:off x="8001047" y="-1888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9" name="Google Shape;179;p4"/>
              <p:cNvSpPr/>
              <p:nvPr/>
            </p:nvSpPr>
            <p:spPr>
              <a:xfrm flipH="1">
                <a:off x="7715315" y="-1888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0" name="Google Shape;180;p4"/>
              <p:cNvSpPr/>
              <p:nvPr/>
            </p:nvSpPr>
            <p:spPr>
              <a:xfrm flipH="1">
                <a:off x="7429583" y="-1888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1" name="Google Shape;181;p4"/>
              <p:cNvSpPr/>
              <p:nvPr/>
            </p:nvSpPr>
            <p:spPr>
              <a:xfrm flipH="1">
                <a:off x="7143851" y="-1888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2" name="Google Shape;182;p4"/>
              <p:cNvSpPr/>
              <p:nvPr/>
            </p:nvSpPr>
            <p:spPr>
              <a:xfrm rot="10800000" flipH="1">
                <a:off x="6858158" y="-1888"/>
                <a:ext cx="0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3" name="Google Shape;183;p4"/>
              <p:cNvSpPr/>
              <p:nvPr/>
            </p:nvSpPr>
            <p:spPr>
              <a:xfrm flipH="1">
                <a:off x="6572426" y="-1888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4" name="Google Shape;184;p4"/>
              <p:cNvSpPr/>
              <p:nvPr/>
            </p:nvSpPr>
            <p:spPr>
              <a:xfrm flipH="1">
                <a:off x="6286695" y="-1888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5" name="Google Shape;185;p4"/>
              <p:cNvSpPr/>
              <p:nvPr/>
            </p:nvSpPr>
            <p:spPr>
              <a:xfrm flipH="1">
                <a:off x="6000963" y="-1888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6" name="Google Shape;186;p4"/>
              <p:cNvSpPr/>
              <p:nvPr/>
            </p:nvSpPr>
            <p:spPr>
              <a:xfrm flipH="1">
                <a:off x="5715231" y="-1888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7" name="Google Shape;187;p4"/>
              <p:cNvSpPr/>
              <p:nvPr/>
            </p:nvSpPr>
            <p:spPr>
              <a:xfrm flipH="1">
                <a:off x="5429499" y="-1888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8" name="Google Shape;188;p4"/>
              <p:cNvSpPr/>
              <p:nvPr/>
            </p:nvSpPr>
            <p:spPr>
              <a:xfrm flipH="1">
                <a:off x="5143768" y="-1888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9" name="Google Shape;189;p4"/>
              <p:cNvSpPr/>
              <p:nvPr/>
            </p:nvSpPr>
            <p:spPr>
              <a:xfrm flipH="1">
                <a:off x="4858036" y="-1888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0" name="Google Shape;190;p4"/>
              <p:cNvSpPr/>
              <p:nvPr/>
            </p:nvSpPr>
            <p:spPr>
              <a:xfrm flipH="1">
                <a:off x="4572304" y="-1888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1" name="Google Shape;191;p4"/>
              <p:cNvSpPr/>
              <p:nvPr/>
            </p:nvSpPr>
            <p:spPr>
              <a:xfrm flipH="1">
                <a:off x="4286572" y="-1888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2" name="Google Shape;192;p4"/>
              <p:cNvSpPr/>
              <p:nvPr/>
            </p:nvSpPr>
            <p:spPr>
              <a:xfrm flipH="1">
                <a:off x="4000841" y="-1888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3" name="Google Shape;193;p4"/>
              <p:cNvSpPr/>
              <p:nvPr/>
            </p:nvSpPr>
            <p:spPr>
              <a:xfrm flipH="1">
                <a:off x="3715109" y="-1888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4" name="Google Shape;194;p4"/>
              <p:cNvSpPr/>
              <p:nvPr/>
            </p:nvSpPr>
            <p:spPr>
              <a:xfrm flipH="1">
                <a:off x="3429377" y="-1888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5" name="Google Shape;195;p4"/>
              <p:cNvSpPr/>
              <p:nvPr/>
            </p:nvSpPr>
            <p:spPr>
              <a:xfrm flipH="1">
                <a:off x="-170" y="2858472"/>
                <a:ext cx="9144164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0"/>
                    </a:moveTo>
                    <a:lnTo>
                      <a:pt x="154953" y="0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6" name="Google Shape;196;p4"/>
              <p:cNvSpPr/>
              <p:nvPr/>
            </p:nvSpPr>
            <p:spPr>
              <a:xfrm flipH="1">
                <a:off x="-170" y="2572497"/>
                <a:ext cx="9144164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1"/>
                    </a:moveTo>
                    <a:lnTo>
                      <a:pt x="154953" y="1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7" name="Google Shape;197;p4"/>
              <p:cNvSpPr/>
              <p:nvPr/>
            </p:nvSpPr>
            <p:spPr>
              <a:xfrm flipH="1">
                <a:off x="-170" y="2286561"/>
                <a:ext cx="9144164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0"/>
                    </a:moveTo>
                    <a:lnTo>
                      <a:pt x="154953" y="0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8" name="Google Shape;198;p4"/>
              <p:cNvSpPr/>
              <p:nvPr/>
            </p:nvSpPr>
            <p:spPr>
              <a:xfrm flipH="1">
                <a:off x="-170" y="2000585"/>
                <a:ext cx="9144164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0"/>
                    </a:moveTo>
                    <a:lnTo>
                      <a:pt x="154953" y="0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9" name="Google Shape;199;p4"/>
              <p:cNvSpPr/>
              <p:nvPr/>
            </p:nvSpPr>
            <p:spPr>
              <a:xfrm flipH="1">
                <a:off x="-170" y="1714610"/>
                <a:ext cx="9144164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1"/>
                    </a:moveTo>
                    <a:lnTo>
                      <a:pt x="154953" y="1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0" name="Google Shape;200;p4"/>
              <p:cNvSpPr/>
              <p:nvPr/>
            </p:nvSpPr>
            <p:spPr>
              <a:xfrm flipH="1">
                <a:off x="-170" y="1428674"/>
                <a:ext cx="9144164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0"/>
                    </a:moveTo>
                    <a:lnTo>
                      <a:pt x="154953" y="0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1" name="Google Shape;201;p4"/>
              <p:cNvSpPr/>
              <p:nvPr/>
            </p:nvSpPr>
            <p:spPr>
              <a:xfrm flipH="1">
                <a:off x="-170" y="4287500"/>
                <a:ext cx="9144164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0"/>
                    </a:moveTo>
                    <a:lnTo>
                      <a:pt x="154953" y="0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2" name="Google Shape;202;p4"/>
              <p:cNvSpPr/>
              <p:nvPr/>
            </p:nvSpPr>
            <p:spPr>
              <a:xfrm flipH="1">
                <a:off x="-170" y="4001524"/>
                <a:ext cx="9144164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1"/>
                    </a:moveTo>
                    <a:lnTo>
                      <a:pt x="154953" y="1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3" name="Google Shape;203;p4"/>
              <p:cNvSpPr/>
              <p:nvPr/>
            </p:nvSpPr>
            <p:spPr>
              <a:xfrm flipH="1">
                <a:off x="-170" y="3716321"/>
                <a:ext cx="9144164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1"/>
                    </a:moveTo>
                    <a:lnTo>
                      <a:pt x="154953" y="1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4" name="Google Shape;204;p4"/>
              <p:cNvSpPr/>
              <p:nvPr/>
            </p:nvSpPr>
            <p:spPr>
              <a:xfrm flipH="1">
                <a:off x="-170" y="3430384"/>
                <a:ext cx="9144164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0"/>
                    </a:moveTo>
                    <a:lnTo>
                      <a:pt x="154953" y="0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5" name="Google Shape;205;p4"/>
              <p:cNvSpPr/>
              <p:nvPr/>
            </p:nvSpPr>
            <p:spPr>
              <a:xfrm flipH="1">
                <a:off x="-170" y="4859411"/>
                <a:ext cx="9144164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0"/>
                    </a:moveTo>
                    <a:lnTo>
                      <a:pt x="154953" y="0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6" name="Google Shape;206;p4"/>
              <p:cNvSpPr/>
              <p:nvPr/>
            </p:nvSpPr>
            <p:spPr>
              <a:xfrm flipH="1">
                <a:off x="-170" y="4573436"/>
                <a:ext cx="9144164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1"/>
                    </a:moveTo>
                    <a:lnTo>
                      <a:pt x="154953" y="1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7" name="Google Shape;207;p4"/>
              <p:cNvSpPr/>
              <p:nvPr/>
            </p:nvSpPr>
            <p:spPr>
              <a:xfrm flipH="1">
                <a:off x="-170" y="3144409"/>
                <a:ext cx="9144164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1"/>
                    </a:moveTo>
                    <a:lnTo>
                      <a:pt x="154953" y="1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8" name="Google Shape;208;p4"/>
              <p:cNvSpPr/>
              <p:nvPr/>
            </p:nvSpPr>
            <p:spPr>
              <a:xfrm flipH="1">
                <a:off x="-170" y="1142698"/>
                <a:ext cx="9144164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1"/>
                    </a:moveTo>
                    <a:lnTo>
                      <a:pt x="154953" y="1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9" name="Google Shape;209;p4"/>
              <p:cNvSpPr/>
              <p:nvPr/>
            </p:nvSpPr>
            <p:spPr>
              <a:xfrm flipH="1">
                <a:off x="-170" y="856762"/>
                <a:ext cx="9144164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0"/>
                    </a:moveTo>
                    <a:lnTo>
                      <a:pt x="154953" y="0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0" name="Google Shape;210;p4"/>
              <p:cNvSpPr/>
              <p:nvPr/>
            </p:nvSpPr>
            <p:spPr>
              <a:xfrm flipH="1">
                <a:off x="-170" y="570787"/>
                <a:ext cx="9144164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1"/>
                    </a:moveTo>
                    <a:lnTo>
                      <a:pt x="154953" y="1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1" name="Google Shape;211;p4"/>
              <p:cNvSpPr/>
              <p:nvPr/>
            </p:nvSpPr>
            <p:spPr>
              <a:xfrm flipH="1">
                <a:off x="572060" y="-1113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2" name="Google Shape;212;p4"/>
              <p:cNvSpPr/>
              <p:nvPr/>
            </p:nvSpPr>
            <p:spPr>
              <a:xfrm flipH="1">
                <a:off x="2857914" y="-1113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3" name="Google Shape;213;p4"/>
              <p:cNvSpPr/>
              <p:nvPr/>
            </p:nvSpPr>
            <p:spPr>
              <a:xfrm flipH="1">
                <a:off x="2572182" y="-1113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4" name="Google Shape;214;p4"/>
              <p:cNvSpPr/>
              <p:nvPr/>
            </p:nvSpPr>
            <p:spPr>
              <a:xfrm flipH="1">
                <a:off x="2286450" y="-1113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5" name="Google Shape;215;p4"/>
              <p:cNvSpPr/>
              <p:nvPr/>
            </p:nvSpPr>
            <p:spPr>
              <a:xfrm flipH="1">
                <a:off x="2000718" y="-1113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6" name="Google Shape;216;p4"/>
              <p:cNvSpPr/>
              <p:nvPr/>
            </p:nvSpPr>
            <p:spPr>
              <a:xfrm flipH="1">
                <a:off x="1714987" y="-1113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7" name="Google Shape;217;p4"/>
              <p:cNvSpPr/>
              <p:nvPr/>
            </p:nvSpPr>
            <p:spPr>
              <a:xfrm flipH="1">
                <a:off x="1429255" y="-1113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8" name="Google Shape;218;p4"/>
              <p:cNvSpPr/>
              <p:nvPr/>
            </p:nvSpPr>
            <p:spPr>
              <a:xfrm flipH="1">
                <a:off x="1143523" y="-1113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9" name="Google Shape;219;p4"/>
              <p:cNvSpPr/>
              <p:nvPr/>
            </p:nvSpPr>
            <p:spPr>
              <a:xfrm flipH="1">
                <a:off x="857791" y="-1113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0" name="Google Shape;220;p4"/>
              <p:cNvSpPr/>
              <p:nvPr/>
            </p:nvSpPr>
            <p:spPr>
              <a:xfrm flipH="1">
                <a:off x="596" y="-1888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1" name="Google Shape;221;p4"/>
              <p:cNvSpPr/>
              <p:nvPr/>
            </p:nvSpPr>
            <p:spPr>
              <a:xfrm flipH="1">
                <a:off x="286328" y="-1113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sp>
          <p:nvSpPr>
            <p:cNvPr id="222" name="Google Shape;222;p4"/>
            <p:cNvSpPr/>
            <p:nvPr/>
          </p:nvSpPr>
          <p:spPr>
            <a:xfrm flipH="1">
              <a:off x="7289600" y="3290057"/>
              <a:ext cx="1854395" cy="1856118"/>
            </a:xfrm>
            <a:custGeom>
              <a:avLst/>
              <a:gdLst/>
              <a:ahLst/>
              <a:cxnLst/>
              <a:rect l="l" t="t" r="r" b="b"/>
              <a:pathLst>
                <a:path w="48113" h="48114" extrusionOk="0">
                  <a:moveTo>
                    <a:pt x="0" y="1"/>
                  </a:moveTo>
                  <a:lnTo>
                    <a:pt x="0" y="26528"/>
                  </a:lnTo>
                  <a:cubicBezTo>
                    <a:pt x="11920" y="26528"/>
                    <a:pt x="21586" y="36194"/>
                    <a:pt x="21606" y="48113"/>
                  </a:cubicBezTo>
                  <a:lnTo>
                    <a:pt x="48113" y="48113"/>
                  </a:lnTo>
                  <a:cubicBezTo>
                    <a:pt x="48113" y="21547"/>
                    <a:pt x="26567" y="1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3" name="Google Shape;223;p4"/>
            <p:cNvSpPr/>
            <p:nvPr/>
          </p:nvSpPr>
          <p:spPr>
            <a:xfrm>
              <a:off x="-675" y="-2275"/>
              <a:ext cx="3593241" cy="3733684"/>
            </a:xfrm>
            <a:custGeom>
              <a:avLst/>
              <a:gdLst/>
              <a:ahLst/>
              <a:cxnLst/>
              <a:rect l="l" t="t" r="r" b="b"/>
              <a:pathLst>
                <a:path w="86935" h="86936" extrusionOk="0">
                  <a:moveTo>
                    <a:pt x="0" y="1"/>
                  </a:moveTo>
                  <a:lnTo>
                    <a:pt x="0" y="86935"/>
                  </a:lnTo>
                  <a:lnTo>
                    <a:pt x="86935" y="86935"/>
                  </a:lnTo>
                  <a:lnTo>
                    <a:pt x="86935" y="1"/>
                  </a:lnTo>
                  <a:close/>
                </a:path>
              </a:pathLst>
            </a:custGeom>
            <a:solidFill>
              <a:srgbClr val="B6D5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24" name="Google Shape;224;p4"/>
          <p:cNvSpPr/>
          <p:nvPr/>
        </p:nvSpPr>
        <p:spPr>
          <a:xfrm>
            <a:off x="463200" y="463200"/>
            <a:ext cx="11468800" cy="6134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25" name="Google Shape;225;p4"/>
          <p:cNvSpPr/>
          <p:nvPr/>
        </p:nvSpPr>
        <p:spPr>
          <a:xfrm>
            <a:off x="361600" y="361600"/>
            <a:ext cx="11468800" cy="6134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26" name="Google Shape;226;p4"/>
          <p:cNvSpPr/>
          <p:nvPr/>
        </p:nvSpPr>
        <p:spPr>
          <a:xfrm>
            <a:off x="7668" y="6859955"/>
            <a:ext cx="7963035" cy="52"/>
          </a:xfrm>
          <a:custGeom>
            <a:avLst/>
            <a:gdLst/>
            <a:ahLst/>
            <a:cxnLst/>
            <a:rect l="l" t="t" r="r" b="b"/>
            <a:pathLst>
              <a:path w="154953" h="1" fill="none" extrusionOk="0">
                <a:moveTo>
                  <a:pt x="0" y="1"/>
                </a:moveTo>
                <a:lnTo>
                  <a:pt x="154953" y="1"/>
                </a:lnTo>
              </a:path>
            </a:pathLst>
          </a:custGeom>
          <a:noFill/>
          <a:ln w="2475" cap="flat" cmpd="sng">
            <a:solidFill>
              <a:srgbClr val="0B0B0B"/>
            </a:solidFill>
            <a:prstDash val="solid"/>
            <a:miter lim="19766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27" name="Google Shape;227;p4"/>
          <p:cNvSpPr txBox="1">
            <a:spLocks noGrp="1"/>
          </p:cNvSpPr>
          <p:nvPr>
            <p:ph type="body" idx="1"/>
          </p:nvPr>
        </p:nvSpPr>
        <p:spPr>
          <a:xfrm>
            <a:off x="1014600" y="1473100"/>
            <a:ext cx="10162800" cy="47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1pPr>
            <a:lvl2pPr marL="1219170" lvl="1" indent="-40639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8" name="Google Shape;228;p4"/>
          <p:cNvSpPr txBox="1">
            <a:spLocks noGrp="1"/>
          </p:cNvSpPr>
          <p:nvPr>
            <p:ph type="title"/>
          </p:nvPr>
        </p:nvSpPr>
        <p:spPr>
          <a:xfrm>
            <a:off x="1014600" y="719900"/>
            <a:ext cx="10162800" cy="85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2400"/>
              <a:buFont typeface="Palanquin Dark"/>
              <a:buNone/>
              <a:defRPr sz="3200"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2400"/>
              <a:buFont typeface="Palanquin Dark"/>
              <a:buNone/>
              <a:defRPr sz="3200"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2400"/>
              <a:buFont typeface="Palanquin Dark"/>
              <a:buNone/>
              <a:defRPr sz="3200"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2400"/>
              <a:buFont typeface="Palanquin Dark"/>
              <a:buNone/>
              <a:defRPr sz="3200"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2400"/>
              <a:buFont typeface="Palanquin Dark"/>
              <a:buNone/>
              <a:defRPr sz="3200"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2400"/>
              <a:buFont typeface="Palanquin Dark"/>
              <a:buNone/>
              <a:defRPr sz="3200"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2400"/>
              <a:buFont typeface="Palanquin Dark"/>
              <a:buNone/>
              <a:defRPr sz="3200"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2400"/>
              <a:buFont typeface="Palanquin Dark"/>
              <a:buNone/>
              <a:defRPr sz="3200"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06385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Google Shape;230;p5"/>
          <p:cNvGrpSpPr/>
          <p:nvPr/>
        </p:nvGrpSpPr>
        <p:grpSpPr>
          <a:xfrm>
            <a:off x="-399" y="-3035"/>
            <a:ext cx="12192900" cy="6864568"/>
            <a:chOff x="-300" y="-2276"/>
            <a:chExt cx="9144675" cy="5148426"/>
          </a:xfrm>
        </p:grpSpPr>
        <p:grpSp>
          <p:nvGrpSpPr>
            <p:cNvPr id="231" name="Google Shape;231;p5"/>
            <p:cNvGrpSpPr/>
            <p:nvPr/>
          </p:nvGrpSpPr>
          <p:grpSpPr>
            <a:xfrm>
              <a:off x="4685836" y="-2274"/>
              <a:ext cx="1698594" cy="3488455"/>
              <a:chOff x="4685718" y="-2276"/>
              <a:chExt cx="1698594" cy="2223646"/>
            </a:xfrm>
          </p:grpSpPr>
          <p:sp>
            <p:nvSpPr>
              <p:cNvPr id="232" name="Google Shape;232;p5"/>
              <p:cNvSpPr/>
              <p:nvPr/>
            </p:nvSpPr>
            <p:spPr>
              <a:xfrm>
                <a:off x="4685718" y="-2276"/>
                <a:ext cx="67102" cy="2223646"/>
              </a:xfrm>
              <a:custGeom>
                <a:avLst/>
                <a:gdLst/>
                <a:ahLst/>
                <a:cxnLst/>
                <a:rect l="l" t="t" r="r" b="b"/>
                <a:pathLst>
                  <a:path w="1741" h="57641" extrusionOk="0">
                    <a:moveTo>
                      <a:pt x="1" y="1"/>
                    </a:moveTo>
                    <a:lnTo>
                      <a:pt x="1" y="57641"/>
                    </a:lnTo>
                    <a:lnTo>
                      <a:pt x="1740" y="57641"/>
                    </a:lnTo>
                    <a:lnTo>
                      <a:pt x="1740" y="1"/>
                    </a:lnTo>
                    <a:close/>
                  </a:path>
                </a:pathLst>
              </a:custGeom>
              <a:solidFill>
                <a:srgbClr val="0B0B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3" name="Google Shape;233;p5"/>
              <p:cNvSpPr/>
              <p:nvPr/>
            </p:nvSpPr>
            <p:spPr>
              <a:xfrm>
                <a:off x="4866584" y="-2276"/>
                <a:ext cx="67835" cy="2223646"/>
              </a:xfrm>
              <a:custGeom>
                <a:avLst/>
                <a:gdLst/>
                <a:ahLst/>
                <a:cxnLst/>
                <a:rect l="l" t="t" r="r" b="b"/>
                <a:pathLst>
                  <a:path w="1760" h="57641" extrusionOk="0">
                    <a:moveTo>
                      <a:pt x="0" y="1"/>
                    </a:moveTo>
                    <a:lnTo>
                      <a:pt x="0" y="57641"/>
                    </a:lnTo>
                    <a:lnTo>
                      <a:pt x="1760" y="57641"/>
                    </a:lnTo>
                    <a:lnTo>
                      <a:pt x="1760" y="1"/>
                    </a:lnTo>
                    <a:close/>
                  </a:path>
                </a:pathLst>
              </a:custGeom>
              <a:solidFill>
                <a:srgbClr val="0B0B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4" name="Google Shape;234;p5"/>
              <p:cNvSpPr/>
              <p:nvPr/>
            </p:nvSpPr>
            <p:spPr>
              <a:xfrm>
                <a:off x="5048182" y="-2276"/>
                <a:ext cx="67064" cy="2223646"/>
              </a:xfrm>
              <a:custGeom>
                <a:avLst/>
                <a:gdLst/>
                <a:ahLst/>
                <a:cxnLst/>
                <a:rect l="l" t="t" r="r" b="b"/>
                <a:pathLst>
                  <a:path w="1740" h="57641" extrusionOk="0">
                    <a:moveTo>
                      <a:pt x="0" y="1"/>
                    </a:moveTo>
                    <a:lnTo>
                      <a:pt x="0" y="57641"/>
                    </a:lnTo>
                    <a:lnTo>
                      <a:pt x="1739" y="57641"/>
                    </a:lnTo>
                    <a:lnTo>
                      <a:pt x="1739" y="1"/>
                    </a:lnTo>
                    <a:close/>
                  </a:path>
                </a:pathLst>
              </a:custGeom>
              <a:solidFill>
                <a:srgbClr val="0B0B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5" name="Google Shape;235;p5"/>
              <p:cNvSpPr/>
              <p:nvPr/>
            </p:nvSpPr>
            <p:spPr>
              <a:xfrm>
                <a:off x="5229009" y="-2276"/>
                <a:ext cx="67102" cy="2223646"/>
              </a:xfrm>
              <a:custGeom>
                <a:avLst/>
                <a:gdLst/>
                <a:ahLst/>
                <a:cxnLst/>
                <a:rect l="l" t="t" r="r" b="b"/>
                <a:pathLst>
                  <a:path w="1741" h="57641" extrusionOk="0">
                    <a:moveTo>
                      <a:pt x="1" y="1"/>
                    </a:moveTo>
                    <a:lnTo>
                      <a:pt x="1" y="57641"/>
                    </a:lnTo>
                    <a:lnTo>
                      <a:pt x="1740" y="57641"/>
                    </a:lnTo>
                    <a:lnTo>
                      <a:pt x="1740" y="1"/>
                    </a:lnTo>
                    <a:close/>
                  </a:path>
                </a:pathLst>
              </a:custGeom>
              <a:solidFill>
                <a:srgbClr val="0B0B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6" name="Google Shape;236;p5"/>
              <p:cNvSpPr/>
              <p:nvPr/>
            </p:nvSpPr>
            <p:spPr>
              <a:xfrm>
                <a:off x="5409875" y="-2276"/>
                <a:ext cx="67835" cy="2223646"/>
              </a:xfrm>
              <a:custGeom>
                <a:avLst/>
                <a:gdLst/>
                <a:ahLst/>
                <a:cxnLst/>
                <a:rect l="l" t="t" r="r" b="b"/>
                <a:pathLst>
                  <a:path w="1760" h="57641" extrusionOk="0">
                    <a:moveTo>
                      <a:pt x="0" y="1"/>
                    </a:moveTo>
                    <a:lnTo>
                      <a:pt x="0" y="57641"/>
                    </a:lnTo>
                    <a:lnTo>
                      <a:pt x="1760" y="57641"/>
                    </a:lnTo>
                    <a:lnTo>
                      <a:pt x="1760" y="1"/>
                    </a:lnTo>
                    <a:close/>
                  </a:path>
                </a:pathLst>
              </a:custGeom>
              <a:solidFill>
                <a:srgbClr val="0B0B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7" name="Google Shape;237;p5"/>
              <p:cNvSpPr/>
              <p:nvPr/>
            </p:nvSpPr>
            <p:spPr>
              <a:xfrm>
                <a:off x="5591473" y="-2276"/>
                <a:ext cx="67102" cy="2223646"/>
              </a:xfrm>
              <a:custGeom>
                <a:avLst/>
                <a:gdLst/>
                <a:ahLst/>
                <a:cxnLst/>
                <a:rect l="l" t="t" r="r" b="b"/>
                <a:pathLst>
                  <a:path w="1741" h="57641" extrusionOk="0">
                    <a:moveTo>
                      <a:pt x="1" y="1"/>
                    </a:moveTo>
                    <a:lnTo>
                      <a:pt x="1" y="57641"/>
                    </a:lnTo>
                    <a:lnTo>
                      <a:pt x="1740" y="57641"/>
                    </a:lnTo>
                    <a:lnTo>
                      <a:pt x="1740" y="1"/>
                    </a:lnTo>
                    <a:close/>
                  </a:path>
                </a:pathLst>
              </a:custGeom>
              <a:solidFill>
                <a:srgbClr val="0B0B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8" name="Google Shape;238;p5"/>
              <p:cNvSpPr/>
              <p:nvPr/>
            </p:nvSpPr>
            <p:spPr>
              <a:xfrm>
                <a:off x="5772338" y="-2276"/>
                <a:ext cx="67873" cy="2223646"/>
              </a:xfrm>
              <a:custGeom>
                <a:avLst/>
                <a:gdLst/>
                <a:ahLst/>
                <a:cxnLst/>
                <a:rect l="l" t="t" r="r" b="b"/>
                <a:pathLst>
                  <a:path w="1761" h="57641" extrusionOk="0">
                    <a:moveTo>
                      <a:pt x="1" y="1"/>
                    </a:moveTo>
                    <a:lnTo>
                      <a:pt x="1" y="57641"/>
                    </a:lnTo>
                    <a:lnTo>
                      <a:pt x="1760" y="57641"/>
                    </a:lnTo>
                    <a:lnTo>
                      <a:pt x="1760" y="1"/>
                    </a:lnTo>
                    <a:close/>
                  </a:path>
                </a:pathLst>
              </a:custGeom>
              <a:solidFill>
                <a:srgbClr val="0B0B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9" name="Google Shape;239;p5"/>
              <p:cNvSpPr/>
              <p:nvPr/>
            </p:nvSpPr>
            <p:spPr>
              <a:xfrm>
                <a:off x="5953975" y="-2276"/>
                <a:ext cx="67835" cy="2223646"/>
              </a:xfrm>
              <a:custGeom>
                <a:avLst/>
                <a:gdLst/>
                <a:ahLst/>
                <a:cxnLst/>
                <a:rect l="l" t="t" r="r" b="b"/>
                <a:pathLst>
                  <a:path w="1760" h="57641" extrusionOk="0">
                    <a:moveTo>
                      <a:pt x="0" y="1"/>
                    </a:moveTo>
                    <a:lnTo>
                      <a:pt x="0" y="57641"/>
                    </a:lnTo>
                    <a:lnTo>
                      <a:pt x="1760" y="57641"/>
                    </a:lnTo>
                    <a:lnTo>
                      <a:pt x="1760" y="1"/>
                    </a:lnTo>
                    <a:close/>
                  </a:path>
                </a:pathLst>
              </a:custGeom>
              <a:solidFill>
                <a:srgbClr val="0B0B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0" name="Google Shape;240;p5"/>
              <p:cNvSpPr/>
              <p:nvPr/>
            </p:nvSpPr>
            <p:spPr>
              <a:xfrm>
                <a:off x="6135573" y="-2276"/>
                <a:ext cx="67102" cy="2223646"/>
              </a:xfrm>
              <a:custGeom>
                <a:avLst/>
                <a:gdLst/>
                <a:ahLst/>
                <a:cxnLst/>
                <a:rect l="l" t="t" r="r" b="b"/>
                <a:pathLst>
                  <a:path w="1741" h="57641" extrusionOk="0">
                    <a:moveTo>
                      <a:pt x="1" y="1"/>
                    </a:moveTo>
                    <a:lnTo>
                      <a:pt x="1" y="57641"/>
                    </a:lnTo>
                    <a:lnTo>
                      <a:pt x="1740" y="57641"/>
                    </a:lnTo>
                    <a:lnTo>
                      <a:pt x="1740" y="1"/>
                    </a:lnTo>
                    <a:close/>
                  </a:path>
                </a:pathLst>
              </a:custGeom>
              <a:solidFill>
                <a:srgbClr val="0B0B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1" name="Google Shape;241;p5"/>
              <p:cNvSpPr/>
              <p:nvPr/>
            </p:nvSpPr>
            <p:spPr>
              <a:xfrm>
                <a:off x="6316438" y="-2276"/>
                <a:ext cx="67873" cy="2223646"/>
              </a:xfrm>
              <a:custGeom>
                <a:avLst/>
                <a:gdLst/>
                <a:ahLst/>
                <a:cxnLst/>
                <a:rect l="l" t="t" r="r" b="b"/>
                <a:pathLst>
                  <a:path w="1761" h="57641" extrusionOk="0">
                    <a:moveTo>
                      <a:pt x="1" y="1"/>
                    </a:moveTo>
                    <a:lnTo>
                      <a:pt x="1" y="57641"/>
                    </a:lnTo>
                    <a:lnTo>
                      <a:pt x="1760" y="57641"/>
                    </a:lnTo>
                    <a:lnTo>
                      <a:pt x="1760" y="1"/>
                    </a:lnTo>
                    <a:close/>
                  </a:path>
                </a:pathLst>
              </a:custGeom>
              <a:solidFill>
                <a:srgbClr val="0B0B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242" name="Google Shape;242;p5"/>
            <p:cNvGrpSpPr/>
            <p:nvPr/>
          </p:nvGrpSpPr>
          <p:grpSpPr>
            <a:xfrm>
              <a:off x="4419496" y="3477572"/>
              <a:ext cx="4724396" cy="1543447"/>
              <a:chOff x="4823024" y="3477260"/>
              <a:chExt cx="2971318" cy="1543447"/>
            </a:xfrm>
          </p:grpSpPr>
          <p:sp>
            <p:nvSpPr>
              <p:cNvPr id="243" name="Google Shape;243;p5"/>
              <p:cNvSpPr/>
              <p:nvPr/>
            </p:nvSpPr>
            <p:spPr>
              <a:xfrm>
                <a:off x="4823024" y="3477260"/>
                <a:ext cx="2971318" cy="39"/>
              </a:xfrm>
              <a:custGeom>
                <a:avLst/>
                <a:gdLst/>
                <a:ahLst/>
                <a:cxnLst/>
                <a:rect l="l" t="t" r="r" b="b"/>
                <a:pathLst>
                  <a:path w="77092" h="1" fill="none" extrusionOk="0">
                    <a:moveTo>
                      <a:pt x="0" y="1"/>
                    </a:moveTo>
                    <a:lnTo>
                      <a:pt x="77091" y="1"/>
                    </a:lnTo>
                  </a:path>
                </a:pathLst>
              </a:custGeom>
              <a:noFill/>
              <a:ln w="4450" cap="flat" cmpd="sng">
                <a:solidFill>
                  <a:srgbClr val="0B0B0B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4" name="Google Shape;244;p5"/>
              <p:cNvSpPr/>
              <p:nvPr/>
            </p:nvSpPr>
            <p:spPr>
              <a:xfrm>
                <a:off x="4823024" y="3617567"/>
                <a:ext cx="2971318" cy="39"/>
              </a:xfrm>
              <a:custGeom>
                <a:avLst/>
                <a:gdLst/>
                <a:ahLst/>
                <a:cxnLst/>
                <a:rect l="l" t="t" r="r" b="b"/>
                <a:pathLst>
                  <a:path w="77092" h="1" fill="none" extrusionOk="0">
                    <a:moveTo>
                      <a:pt x="0" y="1"/>
                    </a:moveTo>
                    <a:lnTo>
                      <a:pt x="77091" y="1"/>
                    </a:lnTo>
                  </a:path>
                </a:pathLst>
              </a:custGeom>
              <a:noFill/>
              <a:ln w="4450" cap="flat" cmpd="sng">
                <a:solidFill>
                  <a:srgbClr val="0B0B0B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5" name="Google Shape;245;p5"/>
              <p:cNvSpPr/>
              <p:nvPr/>
            </p:nvSpPr>
            <p:spPr>
              <a:xfrm>
                <a:off x="4823024" y="3757912"/>
                <a:ext cx="2971318" cy="39"/>
              </a:xfrm>
              <a:custGeom>
                <a:avLst/>
                <a:gdLst/>
                <a:ahLst/>
                <a:cxnLst/>
                <a:rect l="l" t="t" r="r" b="b"/>
                <a:pathLst>
                  <a:path w="77092" h="1" fill="none" extrusionOk="0">
                    <a:moveTo>
                      <a:pt x="0" y="0"/>
                    </a:moveTo>
                    <a:lnTo>
                      <a:pt x="77091" y="0"/>
                    </a:lnTo>
                  </a:path>
                </a:pathLst>
              </a:custGeom>
              <a:noFill/>
              <a:ln w="4450" cap="flat" cmpd="sng">
                <a:solidFill>
                  <a:srgbClr val="0B0B0B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6" name="Google Shape;246;p5"/>
              <p:cNvSpPr/>
              <p:nvPr/>
            </p:nvSpPr>
            <p:spPr>
              <a:xfrm>
                <a:off x="4823024" y="3898218"/>
                <a:ext cx="2971318" cy="39"/>
              </a:xfrm>
              <a:custGeom>
                <a:avLst/>
                <a:gdLst/>
                <a:ahLst/>
                <a:cxnLst/>
                <a:rect l="l" t="t" r="r" b="b"/>
                <a:pathLst>
                  <a:path w="77092" h="1" fill="none" extrusionOk="0">
                    <a:moveTo>
                      <a:pt x="0" y="0"/>
                    </a:moveTo>
                    <a:lnTo>
                      <a:pt x="77091" y="0"/>
                    </a:lnTo>
                  </a:path>
                </a:pathLst>
              </a:custGeom>
              <a:noFill/>
              <a:ln w="4450" cap="flat" cmpd="sng">
                <a:solidFill>
                  <a:srgbClr val="0B0B0B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7" name="Google Shape;247;p5"/>
              <p:cNvSpPr/>
              <p:nvPr/>
            </p:nvSpPr>
            <p:spPr>
              <a:xfrm>
                <a:off x="4823024" y="4038524"/>
                <a:ext cx="2971318" cy="39"/>
              </a:xfrm>
              <a:custGeom>
                <a:avLst/>
                <a:gdLst/>
                <a:ahLst/>
                <a:cxnLst/>
                <a:rect l="l" t="t" r="r" b="b"/>
                <a:pathLst>
                  <a:path w="77092" h="1" fill="none" extrusionOk="0">
                    <a:moveTo>
                      <a:pt x="0" y="0"/>
                    </a:moveTo>
                    <a:lnTo>
                      <a:pt x="77091" y="0"/>
                    </a:lnTo>
                  </a:path>
                </a:pathLst>
              </a:custGeom>
              <a:noFill/>
              <a:ln w="4450" cap="flat" cmpd="sng">
                <a:solidFill>
                  <a:srgbClr val="0B0B0B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8" name="Google Shape;248;p5"/>
              <p:cNvSpPr/>
              <p:nvPr/>
            </p:nvSpPr>
            <p:spPr>
              <a:xfrm>
                <a:off x="4823024" y="4178831"/>
                <a:ext cx="2971318" cy="39"/>
              </a:xfrm>
              <a:custGeom>
                <a:avLst/>
                <a:gdLst/>
                <a:ahLst/>
                <a:cxnLst/>
                <a:rect l="l" t="t" r="r" b="b"/>
                <a:pathLst>
                  <a:path w="77092" h="1" fill="none" extrusionOk="0">
                    <a:moveTo>
                      <a:pt x="0" y="0"/>
                    </a:moveTo>
                    <a:lnTo>
                      <a:pt x="77091" y="0"/>
                    </a:lnTo>
                  </a:path>
                </a:pathLst>
              </a:custGeom>
              <a:noFill/>
              <a:ln w="4450" cap="flat" cmpd="sng">
                <a:solidFill>
                  <a:srgbClr val="0B0B0B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9" name="Google Shape;249;p5"/>
              <p:cNvSpPr/>
              <p:nvPr/>
            </p:nvSpPr>
            <p:spPr>
              <a:xfrm>
                <a:off x="4823024" y="4319137"/>
                <a:ext cx="2971318" cy="39"/>
              </a:xfrm>
              <a:custGeom>
                <a:avLst/>
                <a:gdLst/>
                <a:ahLst/>
                <a:cxnLst/>
                <a:rect l="l" t="t" r="r" b="b"/>
                <a:pathLst>
                  <a:path w="77092" h="1" fill="none" extrusionOk="0">
                    <a:moveTo>
                      <a:pt x="0" y="0"/>
                    </a:moveTo>
                    <a:lnTo>
                      <a:pt x="77091" y="0"/>
                    </a:lnTo>
                  </a:path>
                </a:pathLst>
              </a:custGeom>
              <a:noFill/>
              <a:ln w="4450" cap="flat" cmpd="sng">
                <a:solidFill>
                  <a:srgbClr val="0B0B0B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0" name="Google Shape;250;p5"/>
              <p:cNvSpPr/>
              <p:nvPr/>
            </p:nvSpPr>
            <p:spPr>
              <a:xfrm>
                <a:off x="4823024" y="4459444"/>
                <a:ext cx="2971318" cy="39"/>
              </a:xfrm>
              <a:custGeom>
                <a:avLst/>
                <a:gdLst/>
                <a:ahLst/>
                <a:cxnLst/>
                <a:rect l="l" t="t" r="r" b="b"/>
                <a:pathLst>
                  <a:path w="77092" h="1" fill="none" extrusionOk="0">
                    <a:moveTo>
                      <a:pt x="0" y="1"/>
                    </a:moveTo>
                    <a:lnTo>
                      <a:pt x="77091" y="1"/>
                    </a:lnTo>
                  </a:path>
                </a:pathLst>
              </a:custGeom>
              <a:noFill/>
              <a:ln w="4450" cap="flat" cmpd="sng">
                <a:solidFill>
                  <a:srgbClr val="0B0B0B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1" name="Google Shape;251;p5"/>
              <p:cNvSpPr/>
              <p:nvPr/>
            </p:nvSpPr>
            <p:spPr>
              <a:xfrm>
                <a:off x="4823024" y="4599750"/>
                <a:ext cx="2971318" cy="39"/>
              </a:xfrm>
              <a:custGeom>
                <a:avLst/>
                <a:gdLst/>
                <a:ahLst/>
                <a:cxnLst/>
                <a:rect l="l" t="t" r="r" b="b"/>
                <a:pathLst>
                  <a:path w="77092" h="1" fill="none" extrusionOk="0">
                    <a:moveTo>
                      <a:pt x="0" y="1"/>
                    </a:moveTo>
                    <a:lnTo>
                      <a:pt x="77091" y="1"/>
                    </a:lnTo>
                  </a:path>
                </a:pathLst>
              </a:custGeom>
              <a:noFill/>
              <a:ln w="4450" cap="flat" cmpd="sng">
                <a:solidFill>
                  <a:srgbClr val="0B0B0B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2" name="Google Shape;252;p5"/>
              <p:cNvSpPr/>
              <p:nvPr/>
            </p:nvSpPr>
            <p:spPr>
              <a:xfrm>
                <a:off x="4823024" y="4740056"/>
                <a:ext cx="2971318" cy="39"/>
              </a:xfrm>
              <a:custGeom>
                <a:avLst/>
                <a:gdLst/>
                <a:ahLst/>
                <a:cxnLst/>
                <a:rect l="l" t="t" r="r" b="b"/>
                <a:pathLst>
                  <a:path w="77092" h="1" fill="none" extrusionOk="0">
                    <a:moveTo>
                      <a:pt x="0" y="1"/>
                    </a:moveTo>
                    <a:lnTo>
                      <a:pt x="77091" y="1"/>
                    </a:lnTo>
                  </a:path>
                </a:pathLst>
              </a:custGeom>
              <a:noFill/>
              <a:ln w="4450" cap="flat" cmpd="sng">
                <a:solidFill>
                  <a:srgbClr val="0B0B0B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3" name="Google Shape;253;p5"/>
              <p:cNvSpPr/>
              <p:nvPr/>
            </p:nvSpPr>
            <p:spPr>
              <a:xfrm>
                <a:off x="4823024" y="4880363"/>
                <a:ext cx="2971318" cy="39"/>
              </a:xfrm>
              <a:custGeom>
                <a:avLst/>
                <a:gdLst/>
                <a:ahLst/>
                <a:cxnLst/>
                <a:rect l="l" t="t" r="r" b="b"/>
                <a:pathLst>
                  <a:path w="77092" h="1" fill="none" extrusionOk="0">
                    <a:moveTo>
                      <a:pt x="0" y="1"/>
                    </a:moveTo>
                    <a:lnTo>
                      <a:pt x="77091" y="1"/>
                    </a:lnTo>
                  </a:path>
                </a:pathLst>
              </a:custGeom>
              <a:noFill/>
              <a:ln w="4450" cap="flat" cmpd="sng">
                <a:solidFill>
                  <a:srgbClr val="0B0B0B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4" name="Google Shape;254;p5"/>
              <p:cNvSpPr/>
              <p:nvPr/>
            </p:nvSpPr>
            <p:spPr>
              <a:xfrm>
                <a:off x="4823024" y="5020669"/>
                <a:ext cx="2971318" cy="39"/>
              </a:xfrm>
              <a:custGeom>
                <a:avLst/>
                <a:gdLst/>
                <a:ahLst/>
                <a:cxnLst/>
                <a:rect l="l" t="t" r="r" b="b"/>
                <a:pathLst>
                  <a:path w="77092" h="1" fill="none" extrusionOk="0">
                    <a:moveTo>
                      <a:pt x="0" y="1"/>
                    </a:moveTo>
                    <a:lnTo>
                      <a:pt x="77091" y="1"/>
                    </a:lnTo>
                  </a:path>
                </a:pathLst>
              </a:custGeom>
              <a:noFill/>
              <a:ln w="4450" cap="flat" cmpd="sng">
                <a:solidFill>
                  <a:srgbClr val="0B0B0B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255" name="Google Shape;255;p5"/>
            <p:cNvGrpSpPr/>
            <p:nvPr/>
          </p:nvGrpSpPr>
          <p:grpSpPr>
            <a:xfrm>
              <a:off x="-300" y="-2276"/>
              <a:ext cx="4572255" cy="5147280"/>
              <a:chOff x="-300" y="-2276"/>
              <a:chExt cx="4572255" cy="5147280"/>
            </a:xfrm>
          </p:grpSpPr>
          <p:sp>
            <p:nvSpPr>
              <p:cNvPr id="256" name="Google Shape;256;p5"/>
              <p:cNvSpPr/>
              <p:nvPr/>
            </p:nvSpPr>
            <p:spPr>
              <a:xfrm>
                <a:off x="-300" y="284478"/>
                <a:ext cx="4567627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0"/>
                    </a:moveTo>
                    <a:lnTo>
                      <a:pt x="154953" y="0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7" name="Google Shape;257;p5"/>
              <p:cNvSpPr/>
              <p:nvPr/>
            </p:nvSpPr>
            <p:spPr>
              <a:xfrm>
                <a:off x="-300" y="-2276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8" name="Google Shape;258;p5"/>
              <p:cNvSpPr/>
              <p:nvPr/>
            </p:nvSpPr>
            <p:spPr>
              <a:xfrm>
                <a:off x="283874" y="-2276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9" name="Google Shape;259;p5"/>
              <p:cNvSpPr/>
              <p:nvPr/>
            </p:nvSpPr>
            <p:spPr>
              <a:xfrm>
                <a:off x="568819" y="-2276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0" name="Google Shape;260;p5"/>
              <p:cNvSpPr/>
              <p:nvPr/>
            </p:nvSpPr>
            <p:spPr>
              <a:xfrm>
                <a:off x="852992" y="-2276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1" name="Google Shape;261;p5"/>
              <p:cNvSpPr/>
              <p:nvPr/>
            </p:nvSpPr>
            <p:spPr>
              <a:xfrm>
                <a:off x="1137937" y="-2276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2" name="Google Shape;262;p5"/>
              <p:cNvSpPr/>
              <p:nvPr/>
            </p:nvSpPr>
            <p:spPr>
              <a:xfrm>
                <a:off x="1422111" y="-2276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3" name="Google Shape;263;p5"/>
              <p:cNvSpPr/>
              <p:nvPr/>
            </p:nvSpPr>
            <p:spPr>
              <a:xfrm>
                <a:off x="1706285" y="-2276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4" name="Google Shape;264;p5"/>
              <p:cNvSpPr/>
              <p:nvPr/>
            </p:nvSpPr>
            <p:spPr>
              <a:xfrm>
                <a:off x="1991191" y="-2276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5" name="Google Shape;265;p5"/>
              <p:cNvSpPr/>
              <p:nvPr/>
            </p:nvSpPr>
            <p:spPr>
              <a:xfrm>
                <a:off x="2275403" y="-2276"/>
                <a:ext cx="0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6" name="Google Shape;266;p5"/>
              <p:cNvSpPr/>
              <p:nvPr/>
            </p:nvSpPr>
            <p:spPr>
              <a:xfrm>
                <a:off x="2560310" y="-2276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7" name="Google Shape;267;p5"/>
              <p:cNvSpPr/>
              <p:nvPr/>
            </p:nvSpPr>
            <p:spPr>
              <a:xfrm>
                <a:off x="2844483" y="-2276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8" name="Google Shape;268;p5"/>
              <p:cNvSpPr/>
              <p:nvPr/>
            </p:nvSpPr>
            <p:spPr>
              <a:xfrm>
                <a:off x="3128657" y="-2276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9" name="Google Shape;269;p5"/>
              <p:cNvSpPr/>
              <p:nvPr/>
            </p:nvSpPr>
            <p:spPr>
              <a:xfrm>
                <a:off x="3413602" y="-2276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0" name="Google Shape;270;p5"/>
              <p:cNvSpPr/>
              <p:nvPr/>
            </p:nvSpPr>
            <p:spPr>
              <a:xfrm>
                <a:off x="3697776" y="-2276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1" name="Google Shape;271;p5"/>
              <p:cNvSpPr/>
              <p:nvPr/>
            </p:nvSpPr>
            <p:spPr>
              <a:xfrm>
                <a:off x="3981950" y="-2276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2" name="Google Shape;272;p5"/>
              <p:cNvSpPr/>
              <p:nvPr/>
            </p:nvSpPr>
            <p:spPr>
              <a:xfrm>
                <a:off x="4266894" y="-2276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3" name="Google Shape;273;p5"/>
              <p:cNvSpPr/>
              <p:nvPr/>
            </p:nvSpPr>
            <p:spPr>
              <a:xfrm>
                <a:off x="4551068" y="-2276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4" name="Google Shape;274;p5"/>
              <p:cNvSpPr/>
              <p:nvPr/>
            </p:nvSpPr>
            <p:spPr>
              <a:xfrm>
                <a:off x="-300" y="2858093"/>
                <a:ext cx="4567627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0"/>
                    </a:moveTo>
                    <a:lnTo>
                      <a:pt x="154953" y="0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5" name="Google Shape;275;p5"/>
              <p:cNvSpPr/>
              <p:nvPr/>
            </p:nvSpPr>
            <p:spPr>
              <a:xfrm>
                <a:off x="-300" y="2572118"/>
                <a:ext cx="4567627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1"/>
                    </a:moveTo>
                    <a:lnTo>
                      <a:pt x="154953" y="1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6" name="Google Shape;276;p5"/>
              <p:cNvSpPr/>
              <p:nvPr/>
            </p:nvSpPr>
            <p:spPr>
              <a:xfrm>
                <a:off x="-300" y="2286182"/>
                <a:ext cx="4567627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0"/>
                    </a:moveTo>
                    <a:lnTo>
                      <a:pt x="154953" y="0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7" name="Google Shape;277;p5"/>
              <p:cNvSpPr/>
              <p:nvPr/>
            </p:nvSpPr>
            <p:spPr>
              <a:xfrm>
                <a:off x="-300" y="2000208"/>
                <a:ext cx="4567627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0"/>
                    </a:moveTo>
                    <a:lnTo>
                      <a:pt x="154953" y="0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8" name="Google Shape;278;p5"/>
              <p:cNvSpPr/>
              <p:nvPr/>
            </p:nvSpPr>
            <p:spPr>
              <a:xfrm>
                <a:off x="-300" y="1714234"/>
                <a:ext cx="4567627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1"/>
                    </a:moveTo>
                    <a:lnTo>
                      <a:pt x="154953" y="1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9" name="Google Shape;279;p5"/>
              <p:cNvSpPr/>
              <p:nvPr/>
            </p:nvSpPr>
            <p:spPr>
              <a:xfrm>
                <a:off x="-300" y="1428298"/>
                <a:ext cx="4567627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0"/>
                    </a:moveTo>
                    <a:lnTo>
                      <a:pt x="154953" y="0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80" name="Google Shape;280;p5"/>
              <p:cNvSpPr/>
              <p:nvPr/>
            </p:nvSpPr>
            <p:spPr>
              <a:xfrm>
                <a:off x="-300" y="4287116"/>
                <a:ext cx="4567627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0"/>
                    </a:moveTo>
                    <a:lnTo>
                      <a:pt x="154953" y="0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81" name="Google Shape;281;p5"/>
              <p:cNvSpPr/>
              <p:nvPr/>
            </p:nvSpPr>
            <p:spPr>
              <a:xfrm>
                <a:off x="-300" y="4001141"/>
                <a:ext cx="4567627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1"/>
                    </a:moveTo>
                    <a:lnTo>
                      <a:pt x="154953" y="1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82" name="Google Shape;282;p5"/>
              <p:cNvSpPr/>
              <p:nvPr/>
            </p:nvSpPr>
            <p:spPr>
              <a:xfrm>
                <a:off x="-300" y="3715938"/>
                <a:ext cx="4567627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1"/>
                    </a:moveTo>
                    <a:lnTo>
                      <a:pt x="154953" y="1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83" name="Google Shape;283;p5"/>
              <p:cNvSpPr/>
              <p:nvPr/>
            </p:nvSpPr>
            <p:spPr>
              <a:xfrm>
                <a:off x="-300" y="3430003"/>
                <a:ext cx="4567627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0"/>
                    </a:moveTo>
                    <a:lnTo>
                      <a:pt x="154953" y="0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84" name="Google Shape;284;p5"/>
              <p:cNvSpPr/>
              <p:nvPr/>
            </p:nvSpPr>
            <p:spPr>
              <a:xfrm>
                <a:off x="-300" y="4859026"/>
                <a:ext cx="4567627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0"/>
                    </a:moveTo>
                    <a:lnTo>
                      <a:pt x="154953" y="0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85" name="Google Shape;285;p5"/>
              <p:cNvSpPr/>
              <p:nvPr/>
            </p:nvSpPr>
            <p:spPr>
              <a:xfrm>
                <a:off x="-300" y="4573051"/>
                <a:ext cx="4567627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1"/>
                    </a:moveTo>
                    <a:lnTo>
                      <a:pt x="154953" y="1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86" name="Google Shape;286;p5"/>
              <p:cNvSpPr/>
              <p:nvPr/>
            </p:nvSpPr>
            <p:spPr>
              <a:xfrm>
                <a:off x="-300" y="3144028"/>
                <a:ext cx="4567627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1"/>
                    </a:moveTo>
                    <a:lnTo>
                      <a:pt x="154953" y="1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87" name="Google Shape;287;p5"/>
              <p:cNvSpPr/>
              <p:nvPr/>
            </p:nvSpPr>
            <p:spPr>
              <a:xfrm>
                <a:off x="-300" y="1142324"/>
                <a:ext cx="4567627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1"/>
                    </a:moveTo>
                    <a:lnTo>
                      <a:pt x="154953" y="1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88" name="Google Shape;288;p5"/>
              <p:cNvSpPr/>
              <p:nvPr/>
            </p:nvSpPr>
            <p:spPr>
              <a:xfrm>
                <a:off x="-300" y="856388"/>
                <a:ext cx="4567627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0"/>
                    </a:moveTo>
                    <a:lnTo>
                      <a:pt x="154953" y="0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89" name="Google Shape;289;p5"/>
              <p:cNvSpPr/>
              <p:nvPr/>
            </p:nvSpPr>
            <p:spPr>
              <a:xfrm>
                <a:off x="-300" y="570414"/>
                <a:ext cx="4567627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1"/>
                    </a:moveTo>
                    <a:lnTo>
                      <a:pt x="154953" y="1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90" name="Google Shape;290;p5"/>
              <p:cNvSpPr/>
              <p:nvPr/>
            </p:nvSpPr>
            <p:spPr>
              <a:xfrm>
                <a:off x="4328" y="5144961"/>
                <a:ext cx="4567627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1"/>
                    </a:moveTo>
                    <a:lnTo>
                      <a:pt x="154953" y="1"/>
                    </a:lnTo>
                  </a:path>
                </a:pathLst>
              </a:custGeom>
              <a:noFill/>
              <a:ln w="2475" cap="flat" cmpd="sng">
                <a:solidFill>
                  <a:srgbClr val="0B0B0B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91" name="Google Shape;291;p5"/>
              <p:cNvSpPr/>
              <p:nvPr/>
            </p:nvSpPr>
            <p:spPr>
              <a:xfrm>
                <a:off x="4328" y="-725"/>
                <a:ext cx="4567627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0"/>
                    </a:moveTo>
                    <a:lnTo>
                      <a:pt x="154953" y="0"/>
                    </a:lnTo>
                  </a:path>
                </a:pathLst>
              </a:custGeom>
              <a:noFill/>
              <a:ln w="2475" cap="flat" cmpd="sng">
                <a:solidFill>
                  <a:srgbClr val="0B0B0B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sp>
          <p:nvSpPr>
            <p:cNvPr id="292" name="Google Shape;292;p5"/>
            <p:cNvSpPr/>
            <p:nvPr/>
          </p:nvSpPr>
          <p:spPr>
            <a:xfrm flipH="1">
              <a:off x="422700" y="2573950"/>
              <a:ext cx="4149300" cy="2572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3" name="Google Shape;293;p5"/>
            <p:cNvSpPr/>
            <p:nvPr/>
          </p:nvSpPr>
          <p:spPr>
            <a:xfrm flipH="1">
              <a:off x="6498075" y="-2276"/>
              <a:ext cx="2646300" cy="33528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94" name="Google Shape;294;p5"/>
          <p:cNvSpPr/>
          <p:nvPr/>
        </p:nvSpPr>
        <p:spPr>
          <a:xfrm>
            <a:off x="1163200" y="817967"/>
            <a:ext cx="10176400" cy="5419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95" name="Google Shape;295;p5"/>
          <p:cNvSpPr/>
          <p:nvPr/>
        </p:nvSpPr>
        <p:spPr>
          <a:xfrm>
            <a:off x="960000" y="720000"/>
            <a:ext cx="10278000" cy="54192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96" name="Google Shape;296;p5"/>
          <p:cNvSpPr txBox="1">
            <a:spLocks noGrp="1"/>
          </p:cNvSpPr>
          <p:nvPr>
            <p:ph type="title"/>
          </p:nvPr>
        </p:nvSpPr>
        <p:spPr>
          <a:xfrm>
            <a:off x="960000" y="1036320"/>
            <a:ext cx="10278000" cy="8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97" name="Google Shape;297;p5"/>
          <p:cNvSpPr txBox="1">
            <a:spLocks noGrp="1"/>
          </p:cNvSpPr>
          <p:nvPr>
            <p:ph type="subTitle" idx="1"/>
          </p:nvPr>
        </p:nvSpPr>
        <p:spPr>
          <a:xfrm>
            <a:off x="1968467" y="3784567"/>
            <a:ext cx="3314800" cy="49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98" name="Google Shape;298;p5"/>
          <p:cNvSpPr txBox="1">
            <a:spLocks noGrp="1"/>
          </p:cNvSpPr>
          <p:nvPr>
            <p:ph type="subTitle" idx="2"/>
          </p:nvPr>
        </p:nvSpPr>
        <p:spPr>
          <a:xfrm>
            <a:off x="1968467" y="4279867"/>
            <a:ext cx="3314800" cy="124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1pPr>
            <a:lvl2pPr lvl="1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99" name="Google Shape;299;p5"/>
          <p:cNvSpPr txBox="1">
            <a:spLocks noGrp="1"/>
          </p:cNvSpPr>
          <p:nvPr>
            <p:ph type="subTitle" idx="3"/>
          </p:nvPr>
        </p:nvSpPr>
        <p:spPr>
          <a:xfrm>
            <a:off x="6908767" y="3784567"/>
            <a:ext cx="3314800" cy="49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00" name="Google Shape;300;p5"/>
          <p:cNvSpPr txBox="1">
            <a:spLocks noGrp="1"/>
          </p:cNvSpPr>
          <p:nvPr>
            <p:ph type="subTitle" idx="4"/>
          </p:nvPr>
        </p:nvSpPr>
        <p:spPr>
          <a:xfrm>
            <a:off x="6908767" y="4279867"/>
            <a:ext cx="3314800" cy="124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1pPr>
            <a:lvl2pPr lvl="1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33362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2" name="Google Shape;302;p6"/>
          <p:cNvGrpSpPr/>
          <p:nvPr/>
        </p:nvGrpSpPr>
        <p:grpSpPr>
          <a:xfrm>
            <a:off x="1" y="-278024"/>
            <a:ext cx="12192849" cy="7138031"/>
            <a:chOff x="0" y="-208518"/>
            <a:chExt cx="9144637" cy="5353523"/>
          </a:xfrm>
        </p:grpSpPr>
        <p:grpSp>
          <p:nvGrpSpPr>
            <p:cNvPr id="303" name="Google Shape;303;p6"/>
            <p:cNvGrpSpPr/>
            <p:nvPr/>
          </p:nvGrpSpPr>
          <p:grpSpPr>
            <a:xfrm>
              <a:off x="3170819" y="-2276"/>
              <a:ext cx="5973818" cy="5147280"/>
              <a:chOff x="5751" y="-2276"/>
              <a:chExt cx="5973818" cy="5147280"/>
            </a:xfrm>
          </p:grpSpPr>
          <p:sp>
            <p:nvSpPr>
              <p:cNvPr id="304" name="Google Shape;304;p6"/>
              <p:cNvSpPr/>
              <p:nvPr/>
            </p:nvSpPr>
            <p:spPr>
              <a:xfrm>
                <a:off x="5979530" y="-2276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05" name="Google Shape;305;p6"/>
              <p:cNvSpPr/>
              <p:nvPr/>
            </p:nvSpPr>
            <p:spPr>
              <a:xfrm>
                <a:off x="5751" y="284471"/>
                <a:ext cx="5972276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0"/>
                    </a:moveTo>
                    <a:lnTo>
                      <a:pt x="154953" y="0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06" name="Google Shape;306;p6"/>
              <p:cNvSpPr/>
              <p:nvPr/>
            </p:nvSpPr>
            <p:spPr>
              <a:xfrm>
                <a:off x="5751" y="-2276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07" name="Google Shape;307;p6"/>
              <p:cNvSpPr/>
              <p:nvPr/>
            </p:nvSpPr>
            <p:spPr>
              <a:xfrm>
                <a:off x="289925" y="-2276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08" name="Google Shape;308;p6"/>
              <p:cNvSpPr/>
              <p:nvPr/>
            </p:nvSpPr>
            <p:spPr>
              <a:xfrm>
                <a:off x="574869" y="-2276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09" name="Google Shape;309;p6"/>
              <p:cNvSpPr/>
              <p:nvPr/>
            </p:nvSpPr>
            <p:spPr>
              <a:xfrm>
                <a:off x="859043" y="-2276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10" name="Google Shape;310;p6"/>
              <p:cNvSpPr/>
              <p:nvPr/>
            </p:nvSpPr>
            <p:spPr>
              <a:xfrm>
                <a:off x="1143988" y="-2276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11" name="Google Shape;311;p6"/>
              <p:cNvSpPr/>
              <p:nvPr/>
            </p:nvSpPr>
            <p:spPr>
              <a:xfrm>
                <a:off x="1428162" y="-2276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12" name="Google Shape;312;p6"/>
              <p:cNvSpPr/>
              <p:nvPr/>
            </p:nvSpPr>
            <p:spPr>
              <a:xfrm>
                <a:off x="1712336" y="-2276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13" name="Google Shape;313;p6"/>
              <p:cNvSpPr/>
              <p:nvPr/>
            </p:nvSpPr>
            <p:spPr>
              <a:xfrm>
                <a:off x="1997242" y="-2276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14" name="Google Shape;314;p6"/>
              <p:cNvSpPr/>
              <p:nvPr/>
            </p:nvSpPr>
            <p:spPr>
              <a:xfrm>
                <a:off x="2281454" y="-2276"/>
                <a:ext cx="0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15" name="Google Shape;315;p6"/>
              <p:cNvSpPr/>
              <p:nvPr/>
            </p:nvSpPr>
            <p:spPr>
              <a:xfrm>
                <a:off x="2566360" y="-2276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16" name="Google Shape;316;p6"/>
              <p:cNvSpPr/>
              <p:nvPr/>
            </p:nvSpPr>
            <p:spPr>
              <a:xfrm>
                <a:off x="2850534" y="-2276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17" name="Google Shape;317;p6"/>
              <p:cNvSpPr/>
              <p:nvPr/>
            </p:nvSpPr>
            <p:spPr>
              <a:xfrm>
                <a:off x="3134708" y="-2276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18" name="Google Shape;318;p6"/>
              <p:cNvSpPr/>
              <p:nvPr/>
            </p:nvSpPr>
            <p:spPr>
              <a:xfrm>
                <a:off x="3419653" y="-2276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19" name="Google Shape;319;p6"/>
              <p:cNvSpPr/>
              <p:nvPr/>
            </p:nvSpPr>
            <p:spPr>
              <a:xfrm>
                <a:off x="3703827" y="-2276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20" name="Google Shape;320;p6"/>
              <p:cNvSpPr/>
              <p:nvPr/>
            </p:nvSpPr>
            <p:spPr>
              <a:xfrm>
                <a:off x="3988001" y="-2276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21" name="Google Shape;321;p6"/>
              <p:cNvSpPr/>
              <p:nvPr/>
            </p:nvSpPr>
            <p:spPr>
              <a:xfrm>
                <a:off x="4272945" y="-2276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22" name="Google Shape;322;p6"/>
              <p:cNvSpPr/>
              <p:nvPr/>
            </p:nvSpPr>
            <p:spPr>
              <a:xfrm>
                <a:off x="4557119" y="-2276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23" name="Google Shape;323;p6"/>
              <p:cNvSpPr/>
              <p:nvPr/>
            </p:nvSpPr>
            <p:spPr>
              <a:xfrm>
                <a:off x="4842064" y="-2276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24" name="Google Shape;324;p6"/>
              <p:cNvSpPr/>
              <p:nvPr/>
            </p:nvSpPr>
            <p:spPr>
              <a:xfrm>
                <a:off x="5126238" y="-2276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25" name="Google Shape;325;p6"/>
              <p:cNvSpPr/>
              <p:nvPr/>
            </p:nvSpPr>
            <p:spPr>
              <a:xfrm>
                <a:off x="5410411" y="-2276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26" name="Google Shape;326;p6"/>
              <p:cNvSpPr/>
              <p:nvPr/>
            </p:nvSpPr>
            <p:spPr>
              <a:xfrm>
                <a:off x="5695356" y="-2276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27" name="Google Shape;327;p6"/>
              <p:cNvSpPr/>
              <p:nvPr/>
            </p:nvSpPr>
            <p:spPr>
              <a:xfrm>
                <a:off x="5751" y="2858091"/>
                <a:ext cx="5972276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0"/>
                    </a:moveTo>
                    <a:lnTo>
                      <a:pt x="154953" y="0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28" name="Google Shape;328;p6"/>
              <p:cNvSpPr/>
              <p:nvPr/>
            </p:nvSpPr>
            <p:spPr>
              <a:xfrm>
                <a:off x="5751" y="2572116"/>
                <a:ext cx="5972276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1"/>
                    </a:moveTo>
                    <a:lnTo>
                      <a:pt x="154953" y="1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29" name="Google Shape;329;p6"/>
              <p:cNvSpPr/>
              <p:nvPr/>
            </p:nvSpPr>
            <p:spPr>
              <a:xfrm>
                <a:off x="5751" y="2286180"/>
                <a:ext cx="5972276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0"/>
                    </a:moveTo>
                    <a:lnTo>
                      <a:pt x="154953" y="0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30" name="Google Shape;330;p6"/>
              <p:cNvSpPr/>
              <p:nvPr/>
            </p:nvSpPr>
            <p:spPr>
              <a:xfrm>
                <a:off x="5751" y="2000205"/>
                <a:ext cx="5972276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0"/>
                    </a:moveTo>
                    <a:lnTo>
                      <a:pt x="154953" y="0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31" name="Google Shape;331;p6"/>
              <p:cNvSpPr/>
              <p:nvPr/>
            </p:nvSpPr>
            <p:spPr>
              <a:xfrm>
                <a:off x="5751" y="1714230"/>
                <a:ext cx="5972276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1"/>
                    </a:moveTo>
                    <a:lnTo>
                      <a:pt x="154953" y="1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32" name="Google Shape;332;p6"/>
              <p:cNvSpPr/>
              <p:nvPr/>
            </p:nvSpPr>
            <p:spPr>
              <a:xfrm>
                <a:off x="5751" y="1428294"/>
                <a:ext cx="5972276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0"/>
                    </a:moveTo>
                    <a:lnTo>
                      <a:pt x="154953" y="0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33" name="Google Shape;333;p6"/>
              <p:cNvSpPr/>
              <p:nvPr/>
            </p:nvSpPr>
            <p:spPr>
              <a:xfrm>
                <a:off x="5751" y="4287118"/>
                <a:ext cx="5972276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0"/>
                    </a:moveTo>
                    <a:lnTo>
                      <a:pt x="154953" y="0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34" name="Google Shape;334;p6"/>
              <p:cNvSpPr/>
              <p:nvPr/>
            </p:nvSpPr>
            <p:spPr>
              <a:xfrm>
                <a:off x="5751" y="4001143"/>
                <a:ext cx="5972276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1"/>
                    </a:moveTo>
                    <a:lnTo>
                      <a:pt x="154953" y="1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35" name="Google Shape;335;p6"/>
              <p:cNvSpPr/>
              <p:nvPr/>
            </p:nvSpPr>
            <p:spPr>
              <a:xfrm>
                <a:off x="5751" y="3715939"/>
                <a:ext cx="5972276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1"/>
                    </a:moveTo>
                    <a:lnTo>
                      <a:pt x="154953" y="1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36" name="Google Shape;336;p6"/>
              <p:cNvSpPr/>
              <p:nvPr/>
            </p:nvSpPr>
            <p:spPr>
              <a:xfrm>
                <a:off x="5751" y="3430003"/>
                <a:ext cx="5972276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0"/>
                    </a:moveTo>
                    <a:lnTo>
                      <a:pt x="154953" y="0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37" name="Google Shape;337;p6"/>
              <p:cNvSpPr/>
              <p:nvPr/>
            </p:nvSpPr>
            <p:spPr>
              <a:xfrm>
                <a:off x="5751" y="4859029"/>
                <a:ext cx="5972276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0"/>
                    </a:moveTo>
                    <a:lnTo>
                      <a:pt x="154953" y="0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38" name="Google Shape;338;p6"/>
              <p:cNvSpPr/>
              <p:nvPr/>
            </p:nvSpPr>
            <p:spPr>
              <a:xfrm>
                <a:off x="5751" y="4573054"/>
                <a:ext cx="5972276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1"/>
                    </a:moveTo>
                    <a:lnTo>
                      <a:pt x="154953" y="1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39" name="Google Shape;339;p6"/>
              <p:cNvSpPr/>
              <p:nvPr/>
            </p:nvSpPr>
            <p:spPr>
              <a:xfrm>
                <a:off x="5751" y="3144028"/>
                <a:ext cx="5972276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1"/>
                    </a:moveTo>
                    <a:lnTo>
                      <a:pt x="154953" y="1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40" name="Google Shape;340;p6"/>
              <p:cNvSpPr/>
              <p:nvPr/>
            </p:nvSpPr>
            <p:spPr>
              <a:xfrm>
                <a:off x="5751" y="1142319"/>
                <a:ext cx="5972276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1"/>
                    </a:moveTo>
                    <a:lnTo>
                      <a:pt x="154953" y="1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41" name="Google Shape;341;p6"/>
              <p:cNvSpPr/>
              <p:nvPr/>
            </p:nvSpPr>
            <p:spPr>
              <a:xfrm>
                <a:off x="5751" y="856382"/>
                <a:ext cx="5972276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0"/>
                    </a:moveTo>
                    <a:lnTo>
                      <a:pt x="154953" y="0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42" name="Google Shape;342;p6"/>
              <p:cNvSpPr/>
              <p:nvPr/>
            </p:nvSpPr>
            <p:spPr>
              <a:xfrm>
                <a:off x="5751" y="570407"/>
                <a:ext cx="5972276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1"/>
                    </a:moveTo>
                    <a:lnTo>
                      <a:pt x="154953" y="1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343" name="Google Shape;343;p6"/>
            <p:cNvGrpSpPr/>
            <p:nvPr/>
          </p:nvGrpSpPr>
          <p:grpSpPr>
            <a:xfrm>
              <a:off x="3062282" y="-208518"/>
              <a:ext cx="2950737" cy="1715811"/>
              <a:chOff x="2877206" y="-2276"/>
              <a:chExt cx="2950737" cy="1715811"/>
            </a:xfrm>
          </p:grpSpPr>
          <p:sp>
            <p:nvSpPr>
              <p:cNvPr id="344" name="Google Shape;344;p6"/>
              <p:cNvSpPr/>
              <p:nvPr/>
            </p:nvSpPr>
            <p:spPr>
              <a:xfrm>
                <a:off x="2877206" y="-2276"/>
                <a:ext cx="2950737" cy="1715811"/>
              </a:xfrm>
              <a:custGeom>
                <a:avLst/>
                <a:gdLst/>
                <a:ahLst/>
                <a:cxnLst/>
                <a:rect l="l" t="t" r="r" b="b"/>
                <a:pathLst>
                  <a:path w="76558" h="44477" extrusionOk="0">
                    <a:moveTo>
                      <a:pt x="1" y="1"/>
                    </a:moveTo>
                    <a:lnTo>
                      <a:pt x="1" y="44476"/>
                    </a:lnTo>
                    <a:lnTo>
                      <a:pt x="76558" y="44476"/>
                    </a:lnTo>
                    <a:lnTo>
                      <a:pt x="76558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45" name="Google Shape;345;p6"/>
              <p:cNvSpPr/>
              <p:nvPr/>
            </p:nvSpPr>
            <p:spPr>
              <a:xfrm>
                <a:off x="2877206" y="1478599"/>
                <a:ext cx="2950737" cy="147212"/>
              </a:xfrm>
              <a:custGeom>
                <a:avLst/>
                <a:gdLst/>
                <a:ahLst/>
                <a:cxnLst/>
                <a:rect l="l" t="t" r="r" b="b"/>
                <a:pathLst>
                  <a:path w="76558" h="3816" fill="none" extrusionOk="0">
                    <a:moveTo>
                      <a:pt x="76558" y="3816"/>
                    </a:moveTo>
                    <a:lnTo>
                      <a:pt x="66991" y="1"/>
                    </a:lnTo>
                    <a:lnTo>
                      <a:pt x="57423" y="3816"/>
                    </a:lnTo>
                    <a:lnTo>
                      <a:pt x="47856" y="1"/>
                    </a:lnTo>
                    <a:lnTo>
                      <a:pt x="38289" y="3816"/>
                    </a:lnTo>
                    <a:lnTo>
                      <a:pt x="28722" y="1"/>
                    </a:lnTo>
                    <a:lnTo>
                      <a:pt x="19155" y="3816"/>
                    </a:lnTo>
                    <a:lnTo>
                      <a:pt x="9588" y="1"/>
                    </a:lnTo>
                    <a:lnTo>
                      <a:pt x="1" y="3816"/>
                    </a:lnTo>
                  </a:path>
                </a:pathLst>
              </a:custGeom>
              <a:noFill/>
              <a:ln w="76200" cap="flat" cmpd="sng">
                <a:solidFill>
                  <a:srgbClr val="0B0B0B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46" name="Google Shape;346;p6"/>
              <p:cNvSpPr/>
              <p:nvPr/>
            </p:nvSpPr>
            <p:spPr>
              <a:xfrm>
                <a:off x="2877206" y="1200301"/>
                <a:ext cx="2950737" cy="146440"/>
              </a:xfrm>
              <a:custGeom>
                <a:avLst/>
                <a:gdLst/>
                <a:ahLst/>
                <a:cxnLst/>
                <a:rect l="l" t="t" r="r" b="b"/>
                <a:pathLst>
                  <a:path w="76558" h="3796" fill="none" extrusionOk="0">
                    <a:moveTo>
                      <a:pt x="76558" y="3795"/>
                    </a:moveTo>
                    <a:lnTo>
                      <a:pt x="66991" y="0"/>
                    </a:lnTo>
                    <a:lnTo>
                      <a:pt x="57423" y="3795"/>
                    </a:lnTo>
                    <a:lnTo>
                      <a:pt x="47856" y="0"/>
                    </a:lnTo>
                    <a:lnTo>
                      <a:pt x="38289" y="3795"/>
                    </a:lnTo>
                    <a:lnTo>
                      <a:pt x="28722" y="0"/>
                    </a:lnTo>
                    <a:lnTo>
                      <a:pt x="19155" y="3795"/>
                    </a:lnTo>
                    <a:lnTo>
                      <a:pt x="9588" y="0"/>
                    </a:lnTo>
                    <a:lnTo>
                      <a:pt x="1" y="3795"/>
                    </a:lnTo>
                  </a:path>
                </a:pathLst>
              </a:custGeom>
              <a:noFill/>
              <a:ln w="76200" cap="flat" cmpd="sng">
                <a:solidFill>
                  <a:srgbClr val="0B0B0B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47" name="Google Shape;347;p6"/>
              <p:cNvSpPr/>
              <p:nvPr/>
            </p:nvSpPr>
            <p:spPr>
              <a:xfrm>
                <a:off x="2877206" y="921964"/>
                <a:ext cx="2950737" cy="146440"/>
              </a:xfrm>
              <a:custGeom>
                <a:avLst/>
                <a:gdLst/>
                <a:ahLst/>
                <a:cxnLst/>
                <a:rect l="l" t="t" r="r" b="b"/>
                <a:pathLst>
                  <a:path w="76558" h="3796" fill="none" extrusionOk="0">
                    <a:moveTo>
                      <a:pt x="76558" y="3795"/>
                    </a:moveTo>
                    <a:lnTo>
                      <a:pt x="66991" y="0"/>
                    </a:lnTo>
                    <a:lnTo>
                      <a:pt x="57423" y="3795"/>
                    </a:lnTo>
                    <a:lnTo>
                      <a:pt x="47856" y="0"/>
                    </a:lnTo>
                    <a:lnTo>
                      <a:pt x="38289" y="3795"/>
                    </a:lnTo>
                    <a:lnTo>
                      <a:pt x="28722" y="0"/>
                    </a:lnTo>
                    <a:lnTo>
                      <a:pt x="19155" y="3795"/>
                    </a:lnTo>
                    <a:lnTo>
                      <a:pt x="9588" y="0"/>
                    </a:lnTo>
                    <a:lnTo>
                      <a:pt x="1" y="3795"/>
                    </a:lnTo>
                  </a:path>
                </a:pathLst>
              </a:custGeom>
              <a:noFill/>
              <a:ln w="76200" cap="flat" cmpd="sng">
                <a:solidFill>
                  <a:srgbClr val="0B0B0B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48" name="Google Shape;348;p6"/>
              <p:cNvSpPr/>
              <p:nvPr/>
            </p:nvSpPr>
            <p:spPr>
              <a:xfrm>
                <a:off x="2877206" y="642856"/>
                <a:ext cx="2950737" cy="147212"/>
              </a:xfrm>
              <a:custGeom>
                <a:avLst/>
                <a:gdLst/>
                <a:ahLst/>
                <a:cxnLst/>
                <a:rect l="l" t="t" r="r" b="b"/>
                <a:pathLst>
                  <a:path w="76558" h="3816" fill="none" extrusionOk="0">
                    <a:moveTo>
                      <a:pt x="76558" y="3816"/>
                    </a:moveTo>
                    <a:lnTo>
                      <a:pt x="66991" y="1"/>
                    </a:lnTo>
                    <a:lnTo>
                      <a:pt x="57423" y="3816"/>
                    </a:lnTo>
                    <a:lnTo>
                      <a:pt x="47856" y="1"/>
                    </a:lnTo>
                    <a:lnTo>
                      <a:pt x="38289" y="3816"/>
                    </a:lnTo>
                    <a:lnTo>
                      <a:pt x="28722" y="1"/>
                    </a:lnTo>
                    <a:lnTo>
                      <a:pt x="19155" y="3816"/>
                    </a:lnTo>
                    <a:lnTo>
                      <a:pt x="9588" y="1"/>
                    </a:lnTo>
                    <a:lnTo>
                      <a:pt x="1" y="3816"/>
                    </a:lnTo>
                  </a:path>
                </a:pathLst>
              </a:custGeom>
              <a:noFill/>
              <a:ln w="76200" cap="flat" cmpd="sng">
                <a:solidFill>
                  <a:srgbClr val="0B0B0B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49" name="Google Shape;349;p6"/>
              <p:cNvSpPr/>
              <p:nvPr/>
            </p:nvSpPr>
            <p:spPr>
              <a:xfrm>
                <a:off x="2877206" y="364519"/>
                <a:ext cx="2950737" cy="146440"/>
              </a:xfrm>
              <a:custGeom>
                <a:avLst/>
                <a:gdLst/>
                <a:ahLst/>
                <a:cxnLst/>
                <a:rect l="l" t="t" r="r" b="b"/>
                <a:pathLst>
                  <a:path w="76558" h="3796" fill="none" extrusionOk="0">
                    <a:moveTo>
                      <a:pt x="76558" y="3796"/>
                    </a:moveTo>
                    <a:lnTo>
                      <a:pt x="66991" y="1"/>
                    </a:lnTo>
                    <a:lnTo>
                      <a:pt x="57423" y="3796"/>
                    </a:lnTo>
                    <a:lnTo>
                      <a:pt x="47856" y="1"/>
                    </a:lnTo>
                    <a:lnTo>
                      <a:pt x="38289" y="3796"/>
                    </a:lnTo>
                    <a:lnTo>
                      <a:pt x="28722" y="1"/>
                    </a:lnTo>
                    <a:lnTo>
                      <a:pt x="19155" y="3796"/>
                    </a:lnTo>
                    <a:lnTo>
                      <a:pt x="9588" y="1"/>
                    </a:lnTo>
                    <a:lnTo>
                      <a:pt x="1" y="3796"/>
                    </a:lnTo>
                  </a:path>
                </a:pathLst>
              </a:custGeom>
              <a:noFill/>
              <a:ln w="76200" cap="flat" cmpd="sng">
                <a:solidFill>
                  <a:srgbClr val="0B0B0B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50" name="Google Shape;350;p6"/>
              <p:cNvSpPr/>
              <p:nvPr/>
            </p:nvSpPr>
            <p:spPr>
              <a:xfrm>
                <a:off x="2877206" y="85411"/>
                <a:ext cx="2950737" cy="147212"/>
              </a:xfrm>
              <a:custGeom>
                <a:avLst/>
                <a:gdLst/>
                <a:ahLst/>
                <a:cxnLst/>
                <a:rect l="l" t="t" r="r" b="b"/>
                <a:pathLst>
                  <a:path w="76558" h="3816" fill="none" extrusionOk="0">
                    <a:moveTo>
                      <a:pt x="76558" y="3816"/>
                    </a:moveTo>
                    <a:lnTo>
                      <a:pt x="66991" y="1"/>
                    </a:lnTo>
                    <a:lnTo>
                      <a:pt x="57423" y="3816"/>
                    </a:lnTo>
                    <a:lnTo>
                      <a:pt x="47856" y="1"/>
                    </a:lnTo>
                    <a:lnTo>
                      <a:pt x="38289" y="3816"/>
                    </a:lnTo>
                    <a:lnTo>
                      <a:pt x="28722" y="1"/>
                    </a:lnTo>
                    <a:lnTo>
                      <a:pt x="19155" y="3816"/>
                    </a:lnTo>
                    <a:lnTo>
                      <a:pt x="9588" y="1"/>
                    </a:lnTo>
                    <a:lnTo>
                      <a:pt x="1" y="3816"/>
                    </a:lnTo>
                  </a:path>
                </a:pathLst>
              </a:custGeom>
              <a:noFill/>
              <a:ln w="76200" cap="flat" cmpd="sng">
                <a:solidFill>
                  <a:srgbClr val="0B0B0B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sp>
          <p:nvSpPr>
            <p:cNvPr id="351" name="Google Shape;351;p6"/>
            <p:cNvSpPr/>
            <p:nvPr/>
          </p:nvSpPr>
          <p:spPr>
            <a:xfrm>
              <a:off x="0" y="-2275"/>
              <a:ext cx="3160200" cy="51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2" name="Google Shape;352;p6"/>
            <p:cNvSpPr/>
            <p:nvPr/>
          </p:nvSpPr>
          <p:spPr>
            <a:xfrm>
              <a:off x="5915100" y="-2275"/>
              <a:ext cx="1962000" cy="11979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3" name="Google Shape;353;p6"/>
            <p:cNvSpPr/>
            <p:nvPr/>
          </p:nvSpPr>
          <p:spPr>
            <a:xfrm>
              <a:off x="8229750" y="2571750"/>
              <a:ext cx="914100" cy="2572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354" name="Google Shape;354;p6"/>
          <p:cNvSpPr/>
          <p:nvPr/>
        </p:nvSpPr>
        <p:spPr>
          <a:xfrm>
            <a:off x="1163200" y="817967"/>
            <a:ext cx="10176400" cy="5419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55" name="Google Shape;355;p6"/>
          <p:cNvSpPr/>
          <p:nvPr/>
        </p:nvSpPr>
        <p:spPr>
          <a:xfrm>
            <a:off x="960000" y="720000"/>
            <a:ext cx="10278000" cy="54192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56" name="Google Shape;356;p6"/>
          <p:cNvSpPr txBox="1">
            <a:spLocks noGrp="1"/>
          </p:cNvSpPr>
          <p:nvPr>
            <p:ph type="title"/>
          </p:nvPr>
        </p:nvSpPr>
        <p:spPr>
          <a:xfrm>
            <a:off x="960000" y="1036320"/>
            <a:ext cx="10278000" cy="8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62263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8" name="Google Shape;358;p7"/>
          <p:cNvGrpSpPr/>
          <p:nvPr/>
        </p:nvGrpSpPr>
        <p:grpSpPr>
          <a:xfrm>
            <a:off x="-227" y="-2517"/>
            <a:ext cx="12192243" cy="6864073"/>
            <a:chOff x="-170" y="-1888"/>
            <a:chExt cx="9144182" cy="5148055"/>
          </a:xfrm>
        </p:grpSpPr>
        <p:sp>
          <p:nvSpPr>
            <p:cNvPr id="359" name="Google Shape;359;p7"/>
            <p:cNvSpPr/>
            <p:nvPr/>
          </p:nvSpPr>
          <p:spPr>
            <a:xfrm flipH="1">
              <a:off x="3143645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0" name="Google Shape;360;p7"/>
            <p:cNvSpPr/>
            <p:nvPr/>
          </p:nvSpPr>
          <p:spPr>
            <a:xfrm flipH="1">
              <a:off x="-170" y="284850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1" name="Google Shape;361;p7"/>
            <p:cNvSpPr/>
            <p:nvPr/>
          </p:nvSpPr>
          <p:spPr>
            <a:xfrm flipH="1">
              <a:off x="9143974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2" name="Google Shape;362;p7"/>
            <p:cNvSpPr/>
            <p:nvPr/>
          </p:nvSpPr>
          <p:spPr>
            <a:xfrm flipH="1">
              <a:off x="8858242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3" name="Google Shape;363;p7"/>
            <p:cNvSpPr/>
            <p:nvPr/>
          </p:nvSpPr>
          <p:spPr>
            <a:xfrm flipH="1">
              <a:off x="8572510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4" name="Google Shape;364;p7"/>
            <p:cNvSpPr/>
            <p:nvPr/>
          </p:nvSpPr>
          <p:spPr>
            <a:xfrm flipH="1">
              <a:off x="8286778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5" name="Google Shape;365;p7"/>
            <p:cNvSpPr/>
            <p:nvPr/>
          </p:nvSpPr>
          <p:spPr>
            <a:xfrm flipH="1">
              <a:off x="8001047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6" name="Google Shape;366;p7"/>
            <p:cNvSpPr/>
            <p:nvPr/>
          </p:nvSpPr>
          <p:spPr>
            <a:xfrm flipH="1">
              <a:off x="7715315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7" name="Google Shape;367;p7"/>
            <p:cNvSpPr/>
            <p:nvPr/>
          </p:nvSpPr>
          <p:spPr>
            <a:xfrm flipH="1">
              <a:off x="7429583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8" name="Google Shape;368;p7"/>
            <p:cNvSpPr/>
            <p:nvPr/>
          </p:nvSpPr>
          <p:spPr>
            <a:xfrm flipH="1">
              <a:off x="7143851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9" name="Google Shape;369;p7"/>
            <p:cNvSpPr/>
            <p:nvPr/>
          </p:nvSpPr>
          <p:spPr>
            <a:xfrm rot="10800000" flipH="1">
              <a:off x="6858158" y="-1888"/>
              <a:ext cx="0" cy="5147280"/>
            </a:xfrm>
            <a:custGeom>
              <a:avLst/>
              <a:gdLst/>
              <a:ahLst/>
              <a:cxnLst/>
              <a:rect l="l" t="t" r="r" b="b"/>
              <a:pathLst>
                <a:path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0" name="Google Shape;370;p7"/>
            <p:cNvSpPr/>
            <p:nvPr/>
          </p:nvSpPr>
          <p:spPr>
            <a:xfrm flipH="1">
              <a:off x="6572426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1" name="Google Shape;371;p7"/>
            <p:cNvSpPr/>
            <p:nvPr/>
          </p:nvSpPr>
          <p:spPr>
            <a:xfrm flipH="1">
              <a:off x="6286695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2" name="Google Shape;372;p7"/>
            <p:cNvSpPr/>
            <p:nvPr/>
          </p:nvSpPr>
          <p:spPr>
            <a:xfrm flipH="1">
              <a:off x="6000963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3" name="Google Shape;373;p7"/>
            <p:cNvSpPr/>
            <p:nvPr/>
          </p:nvSpPr>
          <p:spPr>
            <a:xfrm flipH="1">
              <a:off x="5715231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4" name="Google Shape;374;p7"/>
            <p:cNvSpPr/>
            <p:nvPr/>
          </p:nvSpPr>
          <p:spPr>
            <a:xfrm flipH="1">
              <a:off x="5429499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5" name="Google Shape;375;p7"/>
            <p:cNvSpPr/>
            <p:nvPr/>
          </p:nvSpPr>
          <p:spPr>
            <a:xfrm flipH="1">
              <a:off x="5143768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6" name="Google Shape;376;p7"/>
            <p:cNvSpPr/>
            <p:nvPr/>
          </p:nvSpPr>
          <p:spPr>
            <a:xfrm flipH="1">
              <a:off x="4858036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7" name="Google Shape;377;p7"/>
            <p:cNvSpPr/>
            <p:nvPr/>
          </p:nvSpPr>
          <p:spPr>
            <a:xfrm flipH="1">
              <a:off x="4572304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8" name="Google Shape;378;p7"/>
            <p:cNvSpPr/>
            <p:nvPr/>
          </p:nvSpPr>
          <p:spPr>
            <a:xfrm flipH="1">
              <a:off x="4286572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9" name="Google Shape;379;p7"/>
            <p:cNvSpPr/>
            <p:nvPr/>
          </p:nvSpPr>
          <p:spPr>
            <a:xfrm flipH="1">
              <a:off x="4000841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0" name="Google Shape;380;p7"/>
            <p:cNvSpPr/>
            <p:nvPr/>
          </p:nvSpPr>
          <p:spPr>
            <a:xfrm flipH="1">
              <a:off x="3715109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1" name="Google Shape;381;p7"/>
            <p:cNvSpPr/>
            <p:nvPr/>
          </p:nvSpPr>
          <p:spPr>
            <a:xfrm flipH="1">
              <a:off x="3429377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2" name="Google Shape;382;p7"/>
            <p:cNvSpPr/>
            <p:nvPr/>
          </p:nvSpPr>
          <p:spPr>
            <a:xfrm flipH="1">
              <a:off x="-170" y="2858472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3" name="Google Shape;383;p7"/>
            <p:cNvSpPr/>
            <p:nvPr/>
          </p:nvSpPr>
          <p:spPr>
            <a:xfrm flipH="1">
              <a:off x="-170" y="2572497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1"/>
                  </a:moveTo>
                  <a:lnTo>
                    <a:pt x="154953" y="1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4" name="Google Shape;384;p7"/>
            <p:cNvSpPr/>
            <p:nvPr/>
          </p:nvSpPr>
          <p:spPr>
            <a:xfrm flipH="1">
              <a:off x="-170" y="2286561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5" name="Google Shape;385;p7"/>
            <p:cNvSpPr/>
            <p:nvPr/>
          </p:nvSpPr>
          <p:spPr>
            <a:xfrm flipH="1">
              <a:off x="-170" y="2000585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6" name="Google Shape;386;p7"/>
            <p:cNvSpPr/>
            <p:nvPr/>
          </p:nvSpPr>
          <p:spPr>
            <a:xfrm flipH="1">
              <a:off x="-170" y="1714610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1"/>
                  </a:moveTo>
                  <a:lnTo>
                    <a:pt x="154953" y="1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7" name="Google Shape;387;p7"/>
            <p:cNvSpPr/>
            <p:nvPr/>
          </p:nvSpPr>
          <p:spPr>
            <a:xfrm flipH="1">
              <a:off x="-170" y="1428674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8" name="Google Shape;388;p7"/>
            <p:cNvSpPr/>
            <p:nvPr/>
          </p:nvSpPr>
          <p:spPr>
            <a:xfrm flipH="1">
              <a:off x="-170" y="4287500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9" name="Google Shape;389;p7"/>
            <p:cNvSpPr/>
            <p:nvPr/>
          </p:nvSpPr>
          <p:spPr>
            <a:xfrm flipH="1">
              <a:off x="-170" y="4001524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1"/>
                  </a:moveTo>
                  <a:lnTo>
                    <a:pt x="154953" y="1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0" name="Google Shape;390;p7"/>
            <p:cNvSpPr/>
            <p:nvPr/>
          </p:nvSpPr>
          <p:spPr>
            <a:xfrm flipH="1">
              <a:off x="-170" y="3716321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1"/>
                  </a:moveTo>
                  <a:lnTo>
                    <a:pt x="154953" y="1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1" name="Google Shape;391;p7"/>
            <p:cNvSpPr/>
            <p:nvPr/>
          </p:nvSpPr>
          <p:spPr>
            <a:xfrm flipH="1">
              <a:off x="-170" y="3430384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2" name="Google Shape;392;p7"/>
            <p:cNvSpPr/>
            <p:nvPr/>
          </p:nvSpPr>
          <p:spPr>
            <a:xfrm flipH="1">
              <a:off x="-170" y="4859411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3" name="Google Shape;393;p7"/>
            <p:cNvSpPr/>
            <p:nvPr/>
          </p:nvSpPr>
          <p:spPr>
            <a:xfrm flipH="1">
              <a:off x="-170" y="4573436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1"/>
                  </a:moveTo>
                  <a:lnTo>
                    <a:pt x="154953" y="1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4" name="Google Shape;394;p7"/>
            <p:cNvSpPr/>
            <p:nvPr/>
          </p:nvSpPr>
          <p:spPr>
            <a:xfrm flipH="1">
              <a:off x="-170" y="3144409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1"/>
                  </a:moveTo>
                  <a:lnTo>
                    <a:pt x="154953" y="1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5" name="Google Shape;395;p7"/>
            <p:cNvSpPr/>
            <p:nvPr/>
          </p:nvSpPr>
          <p:spPr>
            <a:xfrm flipH="1">
              <a:off x="-170" y="1142698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1"/>
                  </a:moveTo>
                  <a:lnTo>
                    <a:pt x="154953" y="1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6" name="Google Shape;396;p7"/>
            <p:cNvSpPr/>
            <p:nvPr/>
          </p:nvSpPr>
          <p:spPr>
            <a:xfrm flipH="1">
              <a:off x="-170" y="856762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7" name="Google Shape;397;p7"/>
            <p:cNvSpPr/>
            <p:nvPr/>
          </p:nvSpPr>
          <p:spPr>
            <a:xfrm flipH="1">
              <a:off x="-170" y="570787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1"/>
                  </a:moveTo>
                  <a:lnTo>
                    <a:pt x="154953" y="1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8" name="Google Shape;398;p7"/>
            <p:cNvSpPr/>
            <p:nvPr/>
          </p:nvSpPr>
          <p:spPr>
            <a:xfrm flipH="1">
              <a:off x="572060" y="-1113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9" name="Google Shape;399;p7"/>
            <p:cNvSpPr/>
            <p:nvPr/>
          </p:nvSpPr>
          <p:spPr>
            <a:xfrm flipH="1">
              <a:off x="2857914" y="-1113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0" name="Google Shape;400;p7"/>
            <p:cNvSpPr/>
            <p:nvPr/>
          </p:nvSpPr>
          <p:spPr>
            <a:xfrm flipH="1">
              <a:off x="2572182" y="-1113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1" name="Google Shape;401;p7"/>
            <p:cNvSpPr/>
            <p:nvPr/>
          </p:nvSpPr>
          <p:spPr>
            <a:xfrm flipH="1">
              <a:off x="2286450" y="-1113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2" name="Google Shape;402;p7"/>
            <p:cNvSpPr/>
            <p:nvPr/>
          </p:nvSpPr>
          <p:spPr>
            <a:xfrm flipH="1">
              <a:off x="2000718" y="-1113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3" name="Google Shape;403;p7"/>
            <p:cNvSpPr/>
            <p:nvPr/>
          </p:nvSpPr>
          <p:spPr>
            <a:xfrm flipH="1">
              <a:off x="1714987" y="-1113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4" name="Google Shape;404;p7"/>
            <p:cNvSpPr/>
            <p:nvPr/>
          </p:nvSpPr>
          <p:spPr>
            <a:xfrm flipH="1">
              <a:off x="1429255" y="-1113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5" name="Google Shape;405;p7"/>
            <p:cNvSpPr/>
            <p:nvPr/>
          </p:nvSpPr>
          <p:spPr>
            <a:xfrm flipH="1">
              <a:off x="1143523" y="-1113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6" name="Google Shape;406;p7"/>
            <p:cNvSpPr/>
            <p:nvPr/>
          </p:nvSpPr>
          <p:spPr>
            <a:xfrm flipH="1">
              <a:off x="857791" y="-1113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7" name="Google Shape;407;p7"/>
            <p:cNvSpPr/>
            <p:nvPr/>
          </p:nvSpPr>
          <p:spPr>
            <a:xfrm flipH="1">
              <a:off x="596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8" name="Google Shape;408;p7"/>
            <p:cNvSpPr/>
            <p:nvPr/>
          </p:nvSpPr>
          <p:spPr>
            <a:xfrm flipH="1">
              <a:off x="286328" y="-1113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409" name="Google Shape;409;p7"/>
          <p:cNvSpPr/>
          <p:nvPr/>
        </p:nvSpPr>
        <p:spPr>
          <a:xfrm rot="10800000">
            <a:off x="-400" y="-2817"/>
            <a:ext cx="1385600" cy="6863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10" name="Google Shape;410;p7"/>
          <p:cNvSpPr txBox="1">
            <a:spLocks noGrp="1"/>
          </p:cNvSpPr>
          <p:nvPr>
            <p:ph type="title"/>
          </p:nvPr>
        </p:nvSpPr>
        <p:spPr>
          <a:xfrm>
            <a:off x="1354667" y="1300167"/>
            <a:ext cx="3966800" cy="239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200"/>
              <a:buNone/>
              <a:defRPr sz="4133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 sz="4267"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 sz="4267"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 sz="4267"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 sz="4267"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 sz="4267"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 sz="4267"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 sz="4267"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 sz="4267"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11" name="Google Shape;411;p7"/>
          <p:cNvSpPr txBox="1">
            <a:spLocks noGrp="1"/>
          </p:cNvSpPr>
          <p:nvPr>
            <p:ph type="subTitle" idx="1"/>
          </p:nvPr>
        </p:nvSpPr>
        <p:spPr>
          <a:xfrm>
            <a:off x="1354667" y="3722400"/>
            <a:ext cx="4741600" cy="16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2133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37728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3" name="Google Shape;413;p8"/>
          <p:cNvGrpSpPr/>
          <p:nvPr/>
        </p:nvGrpSpPr>
        <p:grpSpPr>
          <a:xfrm flipH="1">
            <a:off x="-850" y="-3035"/>
            <a:ext cx="7965091" cy="6863040"/>
            <a:chOff x="5751" y="-2276"/>
            <a:chExt cx="5973818" cy="5147280"/>
          </a:xfrm>
        </p:grpSpPr>
        <p:sp>
          <p:nvSpPr>
            <p:cNvPr id="414" name="Google Shape;414;p8"/>
            <p:cNvSpPr/>
            <p:nvPr/>
          </p:nvSpPr>
          <p:spPr>
            <a:xfrm>
              <a:off x="5979530" y="-2276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5" name="Google Shape;415;p8"/>
            <p:cNvSpPr/>
            <p:nvPr/>
          </p:nvSpPr>
          <p:spPr>
            <a:xfrm>
              <a:off x="5751" y="284471"/>
              <a:ext cx="5972276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6" name="Google Shape;416;p8"/>
            <p:cNvSpPr/>
            <p:nvPr/>
          </p:nvSpPr>
          <p:spPr>
            <a:xfrm>
              <a:off x="5751" y="-2276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7" name="Google Shape;417;p8"/>
            <p:cNvSpPr/>
            <p:nvPr/>
          </p:nvSpPr>
          <p:spPr>
            <a:xfrm>
              <a:off x="289925" y="-2276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8" name="Google Shape;418;p8"/>
            <p:cNvSpPr/>
            <p:nvPr/>
          </p:nvSpPr>
          <p:spPr>
            <a:xfrm>
              <a:off x="574869" y="-2276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9" name="Google Shape;419;p8"/>
            <p:cNvSpPr/>
            <p:nvPr/>
          </p:nvSpPr>
          <p:spPr>
            <a:xfrm>
              <a:off x="859043" y="-2276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0" name="Google Shape;420;p8"/>
            <p:cNvSpPr/>
            <p:nvPr/>
          </p:nvSpPr>
          <p:spPr>
            <a:xfrm>
              <a:off x="1143988" y="-2276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1" name="Google Shape;421;p8"/>
            <p:cNvSpPr/>
            <p:nvPr/>
          </p:nvSpPr>
          <p:spPr>
            <a:xfrm>
              <a:off x="1428162" y="-2276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2" name="Google Shape;422;p8"/>
            <p:cNvSpPr/>
            <p:nvPr/>
          </p:nvSpPr>
          <p:spPr>
            <a:xfrm>
              <a:off x="1712336" y="-2276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3" name="Google Shape;423;p8"/>
            <p:cNvSpPr/>
            <p:nvPr/>
          </p:nvSpPr>
          <p:spPr>
            <a:xfrm>
              <a:off x="1997242" y="-2276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4" name="Google Shape;424;p8"/>
            <p:cNvSpPr/>
            <p:nvPr/>
          </p:nvSpPr>
          <p:spPr>
            <a:xfrm>
              <a:off x="2281454" y="-2276"/>
              <a:ext cx="0" cy="5147280"/>
            </a:xfrm>
            <a:custGeom>
              <a:avLst/>
              <a:gdLst/>
              <a:ahLst/>
              <a:cxnLst/>
              <a:rect l="l" t="t" r="r" b="b"/>
              <a:pathLst>
                <a:path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5" name="Google Shape;425;p8"/>
            <p:cNvSpPr/>
            <p:nvPr/>
          </p:nvSpPr>
          <p:spPr>
            <a:xfrm>
              <a:off x="2566360" y="-2276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6" name="Google Shape;426;p8"/>
            <p:cNvSpPr/>
            <p:nvPr/>
          </p:nvSpPr>
          <p:spPr>
            <a:xfrm>
              <a:off x="2850534" y="-2276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7" name="Google Shape;427;p8"/>
            <p:cNvSpPr/>
            <p:nvPr/>
          </p:nvSpPr>
          <p:spPr>
            <a:xfrm>
              <a:off x="3134708" y="-2276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8" name="Google Shape;428;p8"/>
            <p:cNvSpPr/>
            <p:nvPr/>
          </p:nvSpPr>
          <p:spPr>
            <a:xfrm>
              <a:off x="3419653" y="-2276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9" name="Google Shape;429;p8"/>
            <p:cNvSpPr/>
            <p:nvPr/>
          </p:nvSpPr>
          <p:spPr>
            <a:xfrm>
              <a:off x="3703827" y="-2276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0" name="Google Shape;430;p8"/>
            <p:cNvSpPr/>
            <p:nvPr/>
          </p:nvSpPr>
          <p:spPr>
            <a:xfrm>
              <a:off x="3988001" y="-2276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1" name="Google Shape;431;p8"/>
            <p:cNvSpPr/>
            <p:nvPr/>
          </p:nvSpPr>
          <p:spPr>
            <a:xfrm>
              <a:off x="4272945" y="-2276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2" name="Google Shape;432;p8"/>
            <p:cNvSpPr/>
            <p:nvPr/>
          </p:nvSpPr>
          <p:spPr>
            <a:xfrm>
              <a:off x="4557119" y="-2276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3" name="Google Shape;433;p8"/>
            <p:cNvSpPr/>
            <p:nvPr/>
          </p:nvSpPr>
          <p:spPr>
            <a:xfrm>
              <a:off x="4842064" y="-2276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4" name="Google Shape;434;p8"/>
            <p:cNvSpPr/>
            <p:nvPr/>
          </p:nvSpPr>
          <p:spPr>
            <a:xfrm>
              <a:off x="5126238" y="-2276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5" name="Google Shape;435;p8"/>
            <p:cNvSpPr/>
            <p:nvPr/>
          </p:nvSpPr>
          <p:spPr>
            <a:xfrm>
              <a:off x="5410411" y="-2276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6" name="Google Shape;436;p8"/>
            <p:cNvSpPr/>
            <p:nvPr/>
          </p:nvSpPr>
          <p:spPr>
            <a:xfrm>
              <a:off x="5695356" y="-2276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7" name="Google Shape;437;p8"/>
            <p:cNvSpPr/>
            <p:nvPr/>
          </p:nvSpPr>
          <p:spPr>
            <a:xfrm>
              <a:off x="5751" y="2858091"/>
              <a:ext cx="5972276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8" name="Google Shape;438;p8"/>
            <p:cNvSpPr/>
            <p:nvPr/>
          </p:nvSpPr>
          <p:spPr>
            <a:xfrm>
              <a:off x="5751" y="2572116"/>
              <a:ext cx="5972276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1"/>
                  </a:moveTo>
                  <a:lnTo>
                    <a:pt x="154953" y="1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9" name="Google Shape;439;p8"/>
            <p:cNvSpPr/>
            <p:nvPr/>
          </p:nvSpPr>
          <p:spPr>
            <a:xfrm>
              <a:off x="5751" y="2286180"/>
              <a:ext cx="5972276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0" name="Google Shape;440;p8"/>
            <p:cNvSpPr/>
            <p:nvPr/>
          </p:nvSpPr>
          <p:spPr>
            <a:xfrm>
              <a:off x="5751" y="2000205"/>
              <a:ext cx="5972276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1" name="Google Shape;441;p8"/>
            <p:cNvSpPr/>
            <p:nvPr/>
          </p:nvSpPr>
          <p:spPr>
            <a:xfrm>
              <a:off x="5751" y="1714230"/>
              <a:ext cx="5972276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1"/>
                  </a:moveTo>
                  <a:lnTo>
                    <a:pt x="154953" y="1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2" name="Google Shape;442;p8"/>
            <p:cNvSpPr/>
            <p:nvPr/>
          </p:nvSpPr>
          <p:spPr>
            <a:xfrm>
              <a:off x="5751" y="1428294"/>
              <a:ext cx="5972276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3" name="Google Shape;443;p8"/>
            <p:cNvSpPr/>
            <p:nvPr/>
          </p:nvSpPr>
          <p:spPr>
            <a:xfrm>
              <a:off x="5751" y="4287118"/>
              <a:ext cx="5972276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4" name="Google Shape;444;p8"/>
            <p:cNvSpPr/>
            <p:nvPr/>
          </p:nvSpPr>
          <p:spPr>
            <a:xfrm>
              <a:off x="5751" y="4001143"/>
              <a:ext cx="5972276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1"/>
                  </a:moveTo>
                  <a:lnTo>
                    <a:pt x="154953" y="1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5" name="Google Shape;445;p8"/>
            <p:cNvSpPr/>
            <p:nvPr/>
          </p:nvSpPr>
          <p:spPr>
            <a:xfrm>
              <a:off x="5751" y="3715939"/>
              <a:ext cx="5972276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1"/>
                  </a:moveTo>
                  <a:lnTo>
                    <a:pt x="154953" y="1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6" name="Google Shape;446;p8"/>
            <p:cNvSpPr/>
            <p:nvPr/>
          </p:nvSpPr>
          <p:spPr>
            <a:xfrm>
              <a:off x="5751" y="3430003"/>
              <a:ext cx="5972276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7" name="Google Shape;447;p8"/>
            <p:cNvSpPr/>
            <p:nvPr/>
          </p:nvSpPr>
          <p:spPr>
            <a:xfrm>
              <a:off x="5751" y="4859029"/>
              <a:ext cx="5972276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8" name="Google Shape;448;p8"/>
            <p:cNvSpPr/>
            <p:nvPr/>
          </p:nvSpPr>
          <p:spPr>
            <a:xfrm>
              <a:off x="5751" y="4573054"/>
              <a:ext cx="5972276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1"/>
                  </a:moveTo>
                  <a:lnTo>
                    <a:pt x="154953" y="1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9" name="Google Shape;449;p8"/>
            <p:cNvSpPr/>
            <p:nvPr/>
          </p:nvSpPr>
          <p:spPr>
            <a:xfrm>
              <a:off x="5751" y="3144028"/>
              <a:ext cx="5972276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1"/>
                  </a:moveTo>
                  <a:lnTo>
                    <a:pt x="154953" y="1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0" name="Google Shape;450;p8"/>
            <p:cNvSpPr/>
            <p:nvPr/>
          </p:nvSpPr>
          <p:spPr>
            <a:xfrm>
              <a:off x="5751" y="1142319"/>
              <a:ext cx="5972276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1"/>
                  </a:moveTo>
                  <a:lnTo>
                    <a:pt x="154953" y="1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1" name="Google Shape;451;p8"/>
            <p:cNvSpPr/>
            <p:nvPr/>
          </p:nvSpPr>
          <p:spPr>
            <a:xfrm>
              <a:off x="5751" y="856382"/>
              <a:ext cx="5972276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2" name="Google Shape;452;p8"/>
            <p:cNvSpPr/>
            <p:nvPr/>
          </p:nvSpPr>
          <p:spPr>
            <a:xfrm>
              <a:off x="5751" y="570407"/>
              <a:ext cx="5972276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1"/>
                  </a:moveTo>
                  <a:lnTo>
                    <a:pt x="154953" y="1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453" name="Google Shape;453;p8"/>
          <p:cNvGrpSpPr/>
          <p:nvPr/>
        </p:nvGrpSpPr>
        <p:grpSpPr>
          <a:xfrm>
            <a:off x="8120468" y="-25176"/>
            <a:ext cx="1562411" cy="6897749"/>
            <a:chOff x="7792762" y="2921359"/>
            <a:chExt cx="1171808" cy="2223646"/>
          </a:xfrm>
        </p:grpSpPr>
        <p:sp>
          <p:nvSpPr>
            <p:cNvPr id="454" name="Google Shape;454;p8"/>
            <p:cNvSpPr/>
            <p:nvPr/>
          </p:nvSpPr>
          <p:spPr>
            <a:xfrm>
              <a:off x="7792762" y="2921359"/>
              <a:ext cx="67102" cy="2223646"/>
            </a:xfrm>
            <a:custGeom>
              <a:avLst/>
              <a:gdLst/>
              <a:ahLst/>
              <a:cxnLst/>
              <a:rect l="l" t="t" r="r" b="b"/>
              <a:pathLst>
                <a:path w="1741" h="57641" extrusionOk="0">
                  <a:moveTo>
                    <a:pt x="1" y="1"/>
                  </a:moveTo>
                  <a:lnTo>
                    <a:pt x="1" y="57641"/>
                  </a:lnTo>
                  <a:lnTo>
                    <a:pt x="1740" y="57641"/>
                  </a:lnTo>
                  <a:lnTo>
                    <a:pt x="1740" y="1"/>
                  </a:lnTo>
                  <a:close/>
                </a:path>
              </a:pathLst>
            </a:custGeom>
            <a:solidFill>
              <a:srgbClr val="0B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5" name="Google Shape;455;p8"/>
            <p:cNvSpPr/>
            <p:nvPr/>
          </p:nvSpPr>
          <p:spPr>
            <a:xfrm>
              <a:off x="7976378" y="2921359"/>
              <a:ext cx="67835" cy="2223646"/>
            </a:xfrm>
            <a:custGeom>
              <a:avLst/>
              <a:gdLst/>
              <a:ahLst/>
              <a:cxnLst/>
              <a:rect l="l" t="t" r="r" b="b"/>
              <a:pathLst>
                <a:path w="1760" h="57641" extrusionOk="0">
                  <a:moveTo>
                    <a:pt x="0" y="1"/>
                  </a:moveTo>
                  <a:lnTo>
                    <a:pt x="0" y="57641"/>
                  </a:lnTo>
                  <a:lnTo>
                    <a:pt x="1760" y="57641"/>
                  </a:lnTo>
                  <a:lnTo>
                    <a:pt x="1760" y="1"/>
                  </a:lnTo>
                  <a:close/>
                </a:path>
              </a:pathLst>
            </a:custGeom>
            <a:solidFill>
              <a:srgbClr val="0B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6" name="Google Shape;456;p8"/>
            <p:cNvSpPr/>
            <p:nvPr/>
          </p:nvSpPr>
          <p:spPr>
            <a:xfrm>
              <a:off x="8160766" y="2921359"/>
              <a:ext cx="67064" cy="2223646"/>
            </a:xfrm>
            <a:custGeom>
              <a:avLst/>
              <a:gdLst/>
              <a:ahLst/>
              <a:cxnLst/>
              <a:rect l="l" t="t" r="r" b="b"/>
              <a:pathLst>
                <a:path w="1740" h="57641" extrusionOk="0">
                  <a:moveTo>
                    <a:pt x="0" y="1"/>
                  </a:moveTo>
                  <a:lnTo>
                    <a:pt x="0" y="57641"/>
                  </a:lnTo>
                  <a:lnTo>
                    <a:pt x="1739" y="57641"/>
                  </a:lnTo>
                  <a:lnTo>
                    <a:pt x="1739" y="1"/>
                  </a:lnTo>
                  <a:close/>
                </a:path>
              </a:pathLst>
            </a:custGeom>
            <a:solidFill>
              <a:srgbClr val="0B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7" name="Google Shape;457;p8"/>
            <p:cNvSpPr/>
            <p:nvPr/>
          </p:nvSpPr>
          <p:spPr>
            <a:xfrm>
              <a:off x="8345115" y="2921359"/>
              <a:ext cx="67102" cy="2223646"/>
            </a:xfrm>
            <a:custGeom>
              <a:avLst/>
              <a:gdLst/>
              <a:ahLst/>
              <a:cxnLst/>
              <a:rect l="l" t="t" r="r" b="b"/>
              <a:pathLst>
                <a:path w="1741" h="57641" extrusionOk="0">
                  <a:moveTo>
                    <a:pt x="1" y="1"/>
                  </a:moveTo>
                  <a:lnTo>
                    <a:pt x="1" y="57641"/>
                  </a:lnTo>
                  <a:lnTo>
                    <a:pt x="1740" y="57641"/>
                  </a:lnTo>
                  <a:lnTo>
                    <a:pt x="1740" y="1"/>
                  </a:lnTo>
                  <a:close/>
                </a:path>
              </a:pathLst>
            </a:custGeom>
            <a:solidFill>
              <a:srgbClr val="0B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8" name="Google Shape;458;p8"/>
            <p:cNvSpPr/>
            <p:nvPr/>
          </p:nvSpPr>
          <p:spPr>
            <a:xfrm>
              <a:off x="8528731" y="2921359"/>
              <a:ext cx="67835" cy="2223646"/>
            </a:xfrm>
            <a:custGeom>
              <a:avLst/>
              <a:gdLst/>
              <a:ahLst/>
              <a:cxnLst/>
              <a:rect l="l" t="t" r="r" b="b"/>
              <a:pathLst>
                <a:path w="1760" h="57641" extrusionOk="0">
                  <a:moveTo>
                    <a:pt x="0" y="1"/>
                  </a:moveTo>
                  <a:lnTo>
                    <a:pt x="0" y="57641"/>
                  </a:lnTo>
                  <a:lnTo>
                    <a:pt x="1760" y="57641"/>
                  </a:lnTo>
                  <a:lnTo>
                    <a:pt x="1760" y="1"/>
                  </a:lnTo>
                  <a:close/>
                </a:path>
              </a:pathLst>
            </a:custGeom>
            <a:solidFill>
              <a:srgbClr val="0B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9" name="Google Shape;459;p8"/>
            <p:cNvSpPr/>
            <p:nvPr/>
          </p:nvSpPr>
          <p:spPr>
            <a:xfrm>
              <a:off x="8713080" y="2921359"/>
              <a:ext cx="67102" cy="2223646"/>
            </a:xfrm>
            <a:custGeom>
              <a:avLst/>
              <a:gdLst/>
              <a:ahLst/>
              <a:cxnLst/>
              <a:rect l="l" t="t" r="r" b="b"/>
              <a:pathLst>
                <a:path w="1741" h="57641" extrusionOk="0">
                  <a:moveTo>
                    <a:pt x="1" y="1"/>
                  </a:moveTo>
                  <a:lnTo>
                    <a:pt x="1" y="57641"/>
                  </a:lnTo>
                  <a:lnTo>
                    <a:pt x="1740" y="57641"/>
                  </a:lnTo>
                  <a:lnTo>
                    <a:pt x="1740" y="1"/>
                  </a:lnTo>
                  <a:close/>
                </a:path>
              </a:pathLst>
            </a:custGeom>
            <a:solidFill>
              <a:srgbClr val="0B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0" name="Google Shape;460;p8"/>
            <p:cNvSpPr/>
            <p:nvPr/>
          </p:nvSpPr>
          <p:spPr>
            <a:xfrm>
              <a:off x="8896696" y="2921359"/>
              <a:ext cx="67873" cy="2223646"/>
            </a:xfrm>
            <a:custGeom>
              <a:avLst/>
              <a:gdLst/>
              <a:ahLst/>
              <a:cxnLst/>
              <a:rect l="l" t="t" r="r" b="b"/>
              <a:pathLst>
                <a:path w="1761" h="57641" extrusionOk="0">
                  <a:moveTo>
                    <a:pt x="1" y="1"/>
                  </a:moveTo>
                  <a:lnTo>
                    <a:pt x="1" y="57641"/>
                  </a:lnTo>
                  <a:lnTo>
                    <a:pt x="1760" y="57641"/>
                  </a:lnTo>
                  <a:lnTo>
                    <a:pt x="1760" y="1"/>
                  </a:lnTo>
                  <a:close/>
                </a:path>
              </a:pathLst>
            </a:custGeom>
            <a:solidFill>
              <a:srgbClr val="0B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461" name="Google Shape;461;p8"/>
          <p:cNvSpPr/>
          <p:nvPr/>
        </p:nvSpPr>
        <p:spPr>
          <a:xfrm flipH="1">
            <a:off x="9842000" y="-4900"/>
            <a:ext cx="2350000" cy="6863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62" name="Google Shape;462;p8"/>
          <p:cNvSpPr/>
          <p:nvPr/>
        </p:nvSpPr>
        <p:spPr>
          <a:xfrm rot="5400000">
            <a:off x="1135" y="-1157"/>
            <a:ext cx="2472527" cy="2474824"/>
          </a:xfrm>
          <a:custGeom>
            <a:avLst/>
            <a:gdLst/>
            <a:ahLst/>
            <a:cxnLst/>
            <a:rect l="l" t="t" r="r" b="b"/>
            <a:pathLst>
              <a:path w="48113" h="48114" extrusionOk="0">
                <a:moveTo>
                  <a:pt x="0" y="1"/>
                </a:moveTo>
                <a:lnTo>
                  <a:pt x="0" y="26528"/>
                </a:lnTo>
                <a:cubicBezTo>
                  <a:pt x="11920" y="26528"/>
                  <a:pt x="21586" y="36194"/>
                  <a:pt x="21606" y="48113"/>
                </a:cubicBezTo>
                <a:lnTo>
                  <a:pt x="48113" y="48113"/>
                </a:lnTo>
                <a:cubicBezTo>
                  <a:pt x="48113" y="21547"/>
                  <a:pt x="26567" y="1"/>
                  <a:pt x="0" y="1"/>
                </a:cubicBezTo>
                <a:close/>
              </a:path>
            </a:pathLst>
          </a:custGeom>
          <a:solidFill>
            <a:srgbClr val="0B0B0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63" name="Google Shape;463;p8"/>
          <p:cNvGrpSpPr/>
          <p:nvPr/>
        </p:nvGrpSpPr>
        <p:grpSpPr>
          <a:xfrm>
            <a:off x="662837" y="1196237"/>
            <a:ext cx="3293328" cy="374201"/>
            <a:chOff x="-716497" y="4527527"/>
            <a:chExt cx="2469996" cy="280651"/>
          </a:xfrm>
        </p:grpSpPr>
        <p:sp>
          <p:nvSpPr>
            <p:cNvPr id="464" name="Google Shape;464;p8"/>
            <p:cNvSpPr/>
            <p:nvPr/>
          </p:nvSpPr>
          <p:spPr>
            <a:xfrm>
              <a:off x="-667741" y="4576327"/>
              <a:ext cx="2421240" cy="231851"/>
            </a:xfrm>
            <a:custGeom>
              <a:avLst/>
              <a:gdLst/>
              <a:ahLst/>
              <a:cxnLst/>
              <a:rect l="l" t="t" r="r" b="b"/>
              <a:pathLst>
                <a:path w="62820" h="6010" extrusionOk="0">
                  <a:moveTo>
                    <a:pt x="11465" y="1"/>
                  </a:moveTo>
                  <a:cubicBezTo>
                    <a:pt x="8599" y="1"/>
                    <a:pt x="7116" y="1128"/>
                    <a:pt x="5812" y="2116"/>
                  </a:cubicBezTo>
                  <a:cubicBezTo>
                    <a:pt x="4626" y="3025"/>
                    <a:pt x="3618" y="3796"/>
                    <a:pt x="1483" y="3796"/>
                  </a:cubicBezTo>
                  <a:cubicBezTo>
                    <a:pt x="0" y="3796"/>
                    <a:pt x="0" y="6010"/>
                    <a:pt x="1483" y="6010"/>
                  </a:cubicBezTo>
                  <a:cubicBezTo>
                    <a:pt x="4369" y="6010"/>
                    <a:pt x="5851" y="4883"/>
                    <a:pt x="7156" y="3895"/>
                  </a:cubicBezTo>
                  <a:cubicBezTo>
                    <a:pt x="8322" y="3005"/>
                    <a:pt x="9350" y="2215"/>
                    <a:pt x="11465" y="2215"/>
                  </a:cubicBezTo>
                  <a:cubicBezTo>
                    <a:pt x="13580" y="2215"/>
                    <a:pt x="14608" y="2986"/>
                    <a:pt x="15794" y="3895"/>
                  </a:cubicBezTo>
                  <a:cubicBezTo>
                    <a:pt x="17099" y="4883"/>
                    <a:pt x="18581" y="6010"/>
                    <a:pt x="21447" y="6010"/>
                  </a:cubicBezTo>
                  <a:cubicBezTo>
                    <a:pt x="24314" y="6010"/>
                    <a:pt x="25796" y="4883"/>
                    <a:pt x="27101" y="3895"/>
                  </a:cubicBezTo>
                  <a:cubicBezTo>
                    <a:pt x="28287" y="3005"/>
                    <a:pt x="29295" y="2215"/>
                    <a:pt x="31410" y="2215"/>
                  </a:cubicBezTo>
                  <a:cubicBezTo>
                    <a:pt x="33545" y="2215"/>
                    <a:pt x="34553" y="3005"/>
                    <a:pt x="35739" y="3895"/>
                  </a:cubicBezTo>
                  <a:cubicBezTo>
                    <a:pt x="37044" y="4883"/>
                    <a:pt x="38526" y="6010"/>
                    <a:pt x="41392" y="6010"/>
                  </a:cubicBezTo>
                  <a:cubicBezTo>
                    <a:pt x="44258" y="6010"/>
                    <a:pt x="45741" y="4883"/>
                    <a:pt x="47046" y="3895"/>
                  </a:cubicBezTo>
                  <a:cubicBezTo>
                    <a:pt x="48232" y="3005"/>
                    <a:pt x="49259" y="2215"/>
                    <a:pt x="51375" y="2215"/>
                  </a:cubicBezTo>
                  <a:cubicBezTo>
                    <a:pt x="53490" y="2215"/>
                    <a:pt x="54517" y="3005"/>
                    <a:pt x="55684" y="3895"/>
                  </a:cubicBezTo>
                  <a:cubicBezTo>
                    <a:pt x="56988" y="4883"/>
                    <a:pt x="58471" y="6010"/>
                    <a:pt x="61337" y="6010"/>
                  </a:cubicBezTo>
                  <a:cubicBezTo>
                    <a:pt x="62820" y="6010"/>
                    <a:pt x="62820" y="3796"/>
                    <a:pt x="61337" y="3796"/>
                  </a:cubicBezTo>
                  <a:cubicBezTo>
                    <a:pt x="59222" y="3796"/>
                    <a:pt x="58214" y="3025"/>
                    <a:pt x="57028" y="2116"/>
                  </a:cubicBezTo>
                  <a:cubicBezTo>
                    <a:pt x="55723" y="1128"/>
                    <a:pt x="54241" y="1"/>
                    <a:pt x="51375" y="1"/>
                  </a:cubicBezTo>
                  <a:cubicBezTo>
                    <a:pt x="48508" y="1"/>
                    <a:pt x="47026" y="1128"/>
                    <a:pt x="45721" y="2116"/>
                  </a:cubicBezTo>
                  <a:cubicBezTo>
                    <a:pt x="44535" y="3025"/>
                    <a:pt x="43507" y="3796"/>
                    <a:pt x="41392" y="3796"/>
                  </a:cubicBezTo>
                  <a:cubicBezTo>
                    <a:pt x="39277" y="3796"/>
                    <a:pt x="38249" y="3025"/>
                    <a:pt x="37083" y="2116"/>
                  </a:cubicBezTo>
                  <a:cubicBezTo>
                    <a:pt x="35759" y="1128"/>
                    <a:pt x="34296" y="1"/>
                    <a:pt x="31410" y="1"/>
                  </a:cubicBezTo>
                  <a:cubicBezTo>
                    <a:pt x="28544" y="1"/>
                    <a:pt x="27061" y="1128"/>
                    <a:pt x="25757" y="2116"/>
                  </a:cubicBezTo>
                  <a:cubicBezTo>
                    <a:pt x="24590" y="3025"/>
                    <a:pt x="23563" y="3796"/>
                    <a:pt x="21447" y="3796"/>
                  </a:cubicBezTo>
                  <a:cubicBezTo>
                    <a:pt x="19332" y="3796"/>
                    <a:pt x="18305" y="3025"/>
                    <a:pt x="17119" y="2116"/>
                  </a:cubicBezTo>
                  <a:cubicBezTo>
                    <a:pt x="15814" y="1128"/>
                    <a:pt x="14331" y="1"/>
                    <a:pt x="11465" y="1"/>
                  </a:cubicBezTo>
                  <a:close/>
                </a:path>
              </a:pathLst>
            </a:custGeom>
            <a:solidFill>
              <a:srgbClr val="0B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5" name="Google Shape;465;p8"/>
            <p:cNvSpPr/>
            <p:nvPr/>
          </p:nvSpPr>
          <p:spPr>
            <a:xfrm>
              <a:off x="-716497" y="4527527"/>
              <a:ext cx="2422011" cy="232622"/>
            </a:xfrm>
            <a:custGeom>
              <a:avLst/>
              <a:gdLst/>
              <a:ahLst/>
              <a:cxnLst/>
              <a:rect l="l" t="t" r="r" b="b"/>
              <a:pathLst>
                <a:path w="62840" h="6030" extrusionOk="0">
                  <a:moveTo>
                    <a:pt x="11465" y="1"/>
                  </a:moveTo>
                  <a:cubicBezTo>
                    <a:pt x="8599" y="1"/>
                    <a:pt x="7116" y="1128"/>
                    <a:pt x="5812" y="2116"/>
                  </a:cubicBezTo>
                  <a:cubicBezTo>
                    <a:pt x="4626" y="3025"/>
                    <a:pt x="3618" y="3796"/>
                    <a:pt x="1483" y="3796"/>
                  </a:cubicBezTo>
                  <a:cubicBezTo>
                    <a:pt x="0" y="3796"/>
                    <a:pt x="0" y="6010"/>
                    <a:pt x="1483" y="6010"/>
                  </a:cubicBezTo>
                  <a:cubicBezTo>
                    <a:pt x="4349" y="6010"/>
                    <a:pt x="5851" y="4883"/>
                    <a:pt x="7156" y="3895"/>
                  </a:cubicBezTo>
                  <a:cubicBezTo>
                    <a:pt x="8322" y="2986"/>
                    <a:pt x="9350" y="2215"/>
                    <a:pt x="11465" y="2215"/>
                  </a:cubicBezTo>
                  <a:cubicBezTo>
                    <a:pt x="13580" y="2215"/>
                    <a:pt x="14608" y="2986"/>
                    <a:pt x="15794" y="3895"/>
                  </a:cubicBezTo>
                  <a:cubicBezTo>
                    <a:pt x="17099" y="4883"/>
                    <a:pt x="18581" y="6010"/>
                    <a:pt x="21447" y="6010"/>
                  </a:cubicBezTo>
                  <a:cubicBezTo>
                    <a:pt x="24314" y="6010"/>
                    <a:pt x="25796" y="4883"/>
                    <a:pt x="27101" y="3895"/>
                  </a:cubicBezTo>
                  <a:cubicBezTo>
                    <a:pt x="28287" y="2986"/>
                    <a:pt x="29295" y="2215"/>
                    <a:pt x="31410" y="2215"/>
                  </a:cubicBezTo>
                  <a:cubicBezTo>
                    <a:pt x="33545" y="2215"/>
                    <a:pt x="34553" y="2986"/>
                    <a:pt x="35739" y="3895"/>
                  </a:cubicBezTo>
                  <a:cubicBezTo>
                    <a:pt x="37043" y="4883"/>
                    <a:pt x="38526" y="6010"/>
                    <a:pt x="41392" y="6010"/>
                  </a:cubicBezTo>
                  <a:cubicBezTo>
                    <a:pt x="44258" y="6010"/>
                    <a:pt x="45741" y="4883"/>
                    <a:pt x="47046" y="3895"/>
                  </a:cubicBezTo>
                  <a:cubicBezTo>
                    <a:pt x="48232" y="2986"/>
                    <a:pt x="49259" y="2215"/>
                    <a:pt x="51374" y="2215"/>
                  </a:cubicBezTo>
                  <a:cubicBezTo>
                    <a:pt x="53490" y="2215"/>
                    <a:pt x="54517" y="2986"/>
                    <a:pt x="55684" y="3895"/>
                  </a:cubicBezTo>
                  <a:cubicBezTo>
                    <a:pt x="56988" y="4883"/>
                    <a:pt x="58471" y="6010"/>
                    <a:pt x="61337" y="6010"/>
                  </a:cubicBezTo>
                  <a:lnTo>
                    <a:pt x="61357" y="6030"/>
                  </a:lnTo>
                  <a:cubicBezTo>
                    <a:pt x="62839" y="6030"/>
                    <a:pt x="62839" y="3796"/>
                    <a:pt x="61357" y="3796"/>
                  </a:cubicBezTo>
                  <a:cubicBezTo>
                    <a:pt x="59222" y="3796"/>
                    <a:pt x="58214" y="3025"/>
                    <a:pt x="57028" y="2136"/>
                  </a:cubicBezTo>
                  <a:cubicBezTo>
                    <a:pt x="55723" y="1128"/>
                    <a:pt x="54241" y="1"/>
                    <a:pt x="51374" y="1"/>
                  </a:cubicBezTo>
                  <a:cubicBezTo>
                    <a:pt x="48508" y="1"/>
                    <a:pt x="47026" y="1147"/>
                    <a:pt x="45721" y="2136"/>
                  </a:cubicBezTo>
                  <a:cubicBezTo>
                    <a:pt x="44535" y="3025"/>
                    <a:pt x="43527" y="3796"/>
                    <a:pt x="41392" y="3796"/>
                  </a:cubicBezTo>
                  <a:cubicBezTo>
                    <a:pt x="39277" y="3796"/>
                    <a:pt x="38269" y="3025"/>
                    <a:pt x="37083" y="2136"/>
                  </a:cubicBezTo>
                  <a:cubicBezTo>
                    <a:pt x="35778" y="1128"/>
                    <a:pt x="34296" y="1"/>
                    <a:pt x="31430" y="1"/>
                  </a:cubicBezTo>
                  <a:cubicBezTo>
                    <a:pt x="28563" y="1"/>
                    <a:pt x="27081" y="1147"/>
                    <a:pt x="25776" y="2136"/>
                  </a:cubicBezTo>
                  <a:cubicBezTo>
                    <a:pt x="24590" y="3025"/>
                    <a:pt x="23582" y="3796"/>
                    <a:pt x="21447" y="3796"/>
                  </a:cubicBezTo>
                  <a:cubicBezTo>
                    <a:pt x="19332" y="3796"/>
                    <a:pt x="18304" y="3045"/>
                    <a:pt x="17118" y="2116"/>
                  </a:cubicBezTo>
                  <a:cubicBezTo>
                    <a:pt x="15814" y="1128"/>
                    <a:pt x="14331" y="1"/>
                    <a:pt x="11465" y="1"/>
                  </a:cubicBezTo>
                  <a:close/>
                </a:path>
              </a:pathLst>
            </a:custGeom>
            <a:solidFill>
              <a:schemeClr val="dk2"/>
            </a:solidFill>
            <a:ln w="9400" cap="flat" cmpd="sng">
              <a:solidFill>
                <a:srgbClr val="0B0B0B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466" name="Google Shape;466;p8"/>
          <p:cNvSpPr txBox="1">
            <a:spLocks noGrp="1"/>
          </p:cNvSpPr>
          <p:nvPr>
            <p:ph type="title"/>
          </p:nvPr>
        </p:nvSpPr>
        <p:spPr>
          <a:xfrm>
            <a:off x="770637" y="2590741"/>
            <a:ext cx="7004000" cy="212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1pPr>
            <a:lvl2pPr lvl="1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67" name="Google Shape;467;p8"/>
          <p:cNvSpPr txBox="1">
            <a:spLocks noGrp="1"/>
          </p:cNvSpPr>
          <p:nvPr>
            <p:ph type="subTitle" idx="1"/>
          </p:nvPr>
        </p:nvSpPr>
        <p:spPr>
          <a:xfrm>
            <a:off x="960067" y="5381033"/>
            <a:ext cx="5544400" cy="5636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dist="104775" dir="3180000" algn="bl" rotWithShape="0">
              <a:srgbClr val="000000"/>
            </a:outerShdw>
          </a:effectLst>
        </p:spPr>
        <p:txBody>
          <a:bodyPr spcFirstLastPara="1" wrap="square" lIns="182875" tIns="91425" rIns="18287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1pPr>
            <a:lvl2pPr lvl="1">
              <a:spcBef>
                <a:spcPts val="2133"/>
              </a:spcBef>
              <a:spcAft>
                <a:spcPts val="0"/>
              </a:spcAft>
              <a:buNone/>
              <a:defRPr sz="2133"/>
            </a:lvl2pPr>
            <a:lvl3pPr lvl="2">
              <a:spcBef>
                <a:spcPts val="2133"/>
              </a:spcBef>
              <a:spcAft>
                <a:spcPts val="0"/>
              </a:spcAft>
              <a:buNone/>
              <a:defRPr sz="2133"/>
            </a:lvl3pPr>
            <a:lvl4pPr lvl="3">
              <a:spcBef>
                <a:spcPts val="2133"/>
              </a:spcBef>
              <a:spcAft>
                <a:spcPts val="0"/>
              </a:spcAft>
              <a:buNone/>
              <a:defRPr sz="2133"/>
            </a:lvl4pPr>
            <a:lvl5pPr lvl="4">
              <a:spcBef>
                <a:spcPts val="2133"/>
              </a:spcBef>
              <a:spcAft>
                <a:spcPts val="0"/>
              </a:spcAft>
              <a:buNone/>
              <a:defRPr sz="2133"/>
            </a:lvl5pPr>
            <a:lvl6pPr lvl="5">
              <a:spcBef>
                <a:spcPts val="2133"/>
              </a:spcBef>
              <a:spcAft>
                <a:spcPts val="0"/>
              </a:spcAft>
              <a:buNone/>
              <a:defRPr sz="2133"/>
            </a:lvl6pPr>
            <a:lvl7pPr lvl="6">
              <a:spcBef>
                <a:spcPts val="2133"/>
              </a:spcBef>
              <a:spcAft>
                <a:spcPts val="0"/>
              </a:spcAft>
              <a:buNone/>
              <a:defRPr sz="2133"/>
            </a:lvl7pPr>
            <a:lvl8pPr lvl="7">
              <a:spcBef>
                <a:spcPts val="2133"/>
              </a:spcBef>
              <a:spcAft>
                <a:spcPts val="0"/>
              </a:spcAft>
              <a:buNone/>
              <a:defRPr sz="2133"/>
            </a:lvl8pPr>
            <a:lvl9pPr lvl="8">
              <a:spcBef>
                <a:spcPts val="2133"/>
              </a:spcBef>
              <a:spcAft>
                <a:spcPts val="2133"/>
              </a:spcAft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44203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9" name="Google Shape;469;p9"/>
          <p:cNvGrpSpPr/>
          <p:nvPr/>
        </p:nvGrpSpPr>
        <p:grpSpPr>
          <a:xfrm>
            <a:off x="-227" y="-2517"/>
            <a:ext cx="12192243" cy="6864073"/>
            <a:chOff x="-170" y="-1888"/>
            <a:chExt cx="9144182" cy="5148055"/>
          </a:xfrm>
        </p:grpSpPr>
        <p:sp>
          <p:nvSpPr>
            <p:cNvPr id="470" name="Google Shape;470;p9"/>
            <p:cNvSpPr/>
            <p:nvPr/>
          </p:nvSpPr>
          <p:spPr>
            <a:xfrm flipH="1">
              <a:off x="3143645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1" name="Google Shape;471;p9"/>
            <p:cNvSpPr/>
            <p:nvPr/>
          </p:nvSpPr>
          <p:spPr>
            <a:xfrm flipH="1">
              <a:off x="-170" y="284850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2" name="Google Shape;472;p9"/>
            <p:cNvSpPr/>
            <p:nvPr/>
          </p:nvSpPr>
          <p:spPr>
            <a:xfrm flipH="1">
              <a:off x="9143974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3" name="Google Shape;473;p9"/>
            <p:cNvSpPr/>
            <p:nvPr/>
          </p:nvSpPr>
          <p:spPr>
            <a:xfrm flipH="1">
              <a:off x="8858242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4" name="Google Shape;474;p9"/>
            <p:cNvSpPr/>
            <p:nvPr/>
          </p:nvSpPr>
          <p:spPr>
            <a:xfrm flipH="1">
              <a:off x="8572510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5" name="Google Shape;475;p9"/>
            <p:cNvSpPr/>
            <p:nvPr/>
          </p:nvSpPr>
          <p:spPr>
            <a:xfrm flipH="1">
              <a:off x="8286778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6" name="Google Shape;476;p9"/>
            <p:cNvSpPr/>
            <p:nvPr/>
          </p:nvSpPr>
          <p:spPr>
            <a:xfrm flipH="1">
              <a:off x="8001047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7" name="Google Shape;477;p9"/>
            <p:cNvSpPr/>
            <p:nvPr/>
          </p:nvSpPr>
          <p:spPr>
            <a:xfrm flipH="1">
              <a:off x="7715315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8" name="Google Shape;478;p9"/>
            <p:cNvSpPr/>
            <p:nvPr/>
          </p:nvSpPr>
          <p:spPr>
            <a:xfrm flipH="1">
              <a:off x="7429583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9" name="Google Shape;479;p9"/>
            <p:cNvSpPr/>
            <p:nvPr/>
          </p:nvSpPr>
          <p:spPr>
            <a:xfrm flipH="1">
              <a:off x="7143851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0" name="Google Shape;480;p9"/>
            <p:cNvSpPr/>
            <p:nvPr/>
          </p:nvSpPr>
          <p:spPr>
            <a:xfrm rot="10800000" flipH="1">
              <a:off x="6858158" y="-1888"/>
              <a:ext cx="0" cy="5147280"/>
            </a:xfrm>
            <a:custGeom>
              <a:avLst/>
              <a:gdLst/>
              <a:ahLst/>
              <a:cxnLst/>
              <a:rect l="l" t="t" r="r" b="b"/>
              <a:pathLst>
                <a:path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1" name="Google Shape;481;p9"/>
            <p:cNvSpPr/>
            <p:nvPr/>
          </p:nvSpPr>
          <p:spPr>
            <a:xfrm flipH="1">
              <a:off x="6572426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2" name="Google Shape;482;p9"/>
            <p:cNvSpPr/>
            <p:nvPr/>
          </p:nvSpPr>
          <p:spPr>
            <a:xfrm flipH="1">
              <a:off x="6286695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3" name="Google Shape;483;p9"/>
            <p:cNvSpPr/>
            <p:nvPr/>
          </p:nvSpPr>
          <p:spPr>
            <a:xfrm flipH="1">
              <a:off x="6000963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4" name="Google Shape;484;p9"/>
            <p:cNvSpPr/>
            <p:nvPr/>
          </p:nvSpPr>
          <p:spPr>
            <a:xfrm flipH="1">
              <a:off x="5715231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5" name="Google Shape;485;p9"/>
            <p:cNvSpPr/>
            <p:nvPr/>
          </p:nvSpPr>
          <p:spPr>
            <a:xfrm flipH="1">
              <a:off x="5429499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6" name="Google Shape;486;p9"/>
            <p:cNvSpPr/>
            <p:nvPr/>
          </p:nvSpPr>
          <p:spPr>
            <a:xfrm flipH="1">
              <a:off x="5143768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7" name="Google Shape;487;p9"/>
            <p:cNvSpPr/>
            <p:nvPr/>
          </p:nvSpPr>
          <p:spPr>
            <a:xfrm flipH="1">
              <a:off x="4858036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8" name="Google Shape;488;p9"/>
            <p:cNvSpPr/>
            <p:nvPr/>
          </p:nvSpPr>
          <p:spPr>
            <a:xfrm flipH="1">
              <a:off x="4572304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9" name="Google Shape;489;p9"/>
            <p:cNvSpPr/>
            <p:nvPr/>
          </p:nvSpPr>
          <p:spPr>
            <a:xfrm flipH="1">
              <a:off x="4286572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0" name="Google Shape;490;p9"/>
            <p:cNvSpPr/>
            <p:nvPr/>
          </p:nvSpPr>
          <p:spPr>
            <a:xfrm flipH="1">
              <a:off x="4000841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1" name="Google Shape;491;p9"/>
            <p:cNvSpPr/>
            <p:nvPr/>
          </p:nvSpPr>
          <p:spPr>
            <a:xfrm flipH="1">
              <a:off x="3715109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2" name="Google Shape;492;p9"/>
            <p:cNvSpPr/>
            <p:nvPr/>
          </p:nvSpPr>
          <p:spPr>
            <a:xfrm flipH="1">
              <a:off x="3429377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3" name="Google Shape;493;p9"/>
            <p:cNvSpPr/>
            <p:nvPr/>
          </p:nvSpPr>
          <p:spPr>
            <a:xfrm flipH="1">
              <a:off x="-170" y="2858472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4" name="Google Shape;494;p9"/>
            <p:cNvSpPr/>
            <p:nvPr/>
          </p:nvSpPr>
          <p:spPr>
            <a:xfrm flipH="1">
              <a:off x="-170" y="2572497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1"/>
                  </a:moveTo>
                  <a:lnTo>
                    <a:pt x="154953" y="1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5" name="Google Shape;495;p9"/>
            <p:cNvSpPr/>
            <p:nvPr/>
          </p:nvSpPr>
          <p:spPr>
            <a:xfrm flipH="1">
              <a:off x="-170" y="2286561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6" name="Google Shape;496;p9"/>
            <p:cNvSpPr/>
            <p:nvPr/>
          </p:nvSpPr>
          <p:spPr>
            <a:xfrm flipH="1">
              <a:off x="-170" y="2000585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7" name="Google Shape;497;p9"/>
            <p:cNvSpPr/>
            <p:nvPr/>
          </p:nvSpPr>
          <p:spPr>
            <a:xfrm flipH="1">
              <a:off x="-170" y="1714610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1"/>
                  </a:moveTo>
                  <a:lnTo>
                    <a:pt x="154953" y="1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8" name="Google Shape;498;p9"/>
            <p:cNvSpPr/>
            <p:nvPr/>
          </p:nvSpPr>
          <p:spPr>
            <a:xfrm flipH="1">
              <a:off x="-170" y="1428674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9" name="Google Shape;499;p9"/>
            <p:cNvSpPr/>
            <p:nvPr/>
          </p:nvSpPr>
          <p:spPr>
            <a:xfrm flipH="1">
              <a:off x="-170" y="4287500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0" name="Google Shape;500;p9"/>
            <p:cNvSpPr/>
            <p:nvPr/>
          </p:nvSpPr>
          <p:spPr>
            <a:xfrm flipH="1">
              <a:off x="-170" y="4001524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1"/>
                  </a:moveTo>
                  <a:lnTo>
                    <a:pt x="154953" y="1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1" name="Google Shape;501;p9"/>
            <p:cNvSpPr/>
            <p:nvPr/>
          </p:nvSpPr>
          <p:spPr>
            <a:xfrm flipH="1">
              <a:off x="-170" y="3716321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1"/>
                  </a:moveTo>
                  <a:lnTo>
                    <a:pt x="154953" y="1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2" name="Google Shape;502;p9"/>
            <p:cNvSpPr/>
            <p:nvPr/>
          </p:nvSpPr>
          <p:spPr>
            <a:xfrm flipH="1">
              <a:off x="-170" y="3430384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3" name="Google Shape;503;p9"/>
            <p:cNvSpPr/>
            <p:nvPr/>
          </p:nvSpPr>
          <p:spPr>
            <a:xfrm flipH="1">
              <a:off x="-170" y="4859411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4" name="Google Shape;504;p9"/>
            <p:cNvSpPr/>
            <p:nvPr/>
          </p:nvSpPr>
          <p:spPr>
            <a:xfrm flipH="1">
              <a:off x="-170" y="4573436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1"/>
                  </a:moveTo>
                  <a:lnTo>
                    <a:pt x="154953" y="1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5" name="Google Shape;505;p9"/>
            <p:cNvSpPr/>
            <p:nvPr/>
          </p:nvSpPr>
          <p:spPr>
            <a:xfrm flipH="1">
              <a:off x="-170" y="3144409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1"/>
                  </a:moveTo>
                  <a:lnTo>
                    <a:pt x="154953" y="1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6" name="Google Shape;506;p9"/>
            <p:cNvSpPr/>
            <p:nvPr/>
          </p:nvSpPr>
          <p:spPr>
            <a:xfrm flipH="1">
              <a:off x="-170" y="1142698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1"/>
                  </a:moveTo>
                  <a:lnTo>
                    <a:pt x="154953" y="1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7" name="Google Shape;507;p9"/>
            <p:cNvSpPr/>
            <p:nvPr/>
          </p:nvSpPr>
          <p:spPr>
            <a:xfrm flipH="1">
              <a:off x="-170" y="856762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8" name="Google Shape;508;p9"/>
            <p:cNvSpPr/>
            <p:nvPr/>
          </p:nvSpPr>
          <p:spPr>
            <a:xfrm flipH="1">
              <a:off x="-170" y="570787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1"/>
                  </a:moveTo>
                  <a:lnTo>
                    <a:pt x="154953" y="1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9" name="Google Shape;509;p9"/>
            <p:cNvSpPr/>
            <p:nvPr/>
          </p:nvSpPr>
          <p:spPr>
            <a:xfrm flipH="1">
              <a:off x="572060" y="-1113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0" name="Google Shape;510;p9"/>
            <p:cNvSpPr/>
            <p:nvPr/>
          </p:nvSpPr>
          <p:spPr>
            <a:xfrm flipH="1">
              <a:off x="2857914" y="-1113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1" name="Google Shape;511;p9"/>
            <p:cNvSpPr/>
            <p:nvPr/>
          </p:nvSpPr>
          <p:spPr>
            <a:xfrm flipH="1">
              <a:off x="2572182" y="-1113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2" name="Google Shape;512;p9"/>
            <p:cNvSpPr/>
            <p:nvPr/>
          </p:nvSpPr>
          <p:spPr>
            <a:xfrm flipH="1">
              <a:off x="2286450" y="-1113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3" name="Google Shape;513;p9"/>
            <p:cNvSpPr/>
            <p:nvPr/>
          </p:nvSpPr>
          <p:spPr>
            <a:xfrm flipH="1">
              <a:off x="2000718" y="-1113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4" name="Google Shape;514;p9"/>
            <p:cNvSpPr/>
            <p:nvPr/>
          </p:nvSpPr>
          <p:spPr>
            <a:xfrm flipH="1">
              <a:off x="1714987" y="-1113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5" name="Google Shape;515;p9"/>
            <p:cNvSpPr/>
            <p:nvPr/>
          </p:nvSpPr>
          <p:spPr>
            <a:xfrm flipH="1">
              <a:off x="1429255" y="-1113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6" name="Google Shape;516;p9"/>
            <p:cNvSpPr/>
            <p:nvPr/>
          </p:nvSpPr>
          <p:spPr>
            <a:xfrm flipH="1">
              <a:off x="1143523" y="-1113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7" name="Google Shape;517;p9"/>
            <p:cNvSpPr/>
            <p:nvPr/>
          </p:nvSpPr>
          <p:spPr>
            <a:xfrm flipH="1">
              <a:off x="857791" y="-1113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8" name="Google Shape;518;p9"/>
            <p:cNvSpPr/>
            <p:nvPr/>
          </p:nvSpPr>
          <p:spPr>
            <a:xfrm flipH="1">
              <a:off x="596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9" name="Google Shape;519;p9"/>
            <p:cNvSpPr/>
            <p:nvPr/>
          </p:nvSpPr>
          <p:spPr>
            <a:xfrm flipH="1">
              <a:off x="286328" y="-1113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520" name="Google Shape;520;p9"/>
          <p:cNvSpPr/>
          <p:nvPr/>
        </p:nvSpPr>
        <p:spPr>
          <a:xfrm>
            <a:off x="10806200" y="-2600"/>
            <a:ext cx="1385600" cy="6863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33"/>
          </a:p>
        </p:txBody>
      </p:sp>
      <p:sp>
        <p:nvSpPr>
          <p:cNvPr id="521" name="Google Shape;521;p9"/>
          <p:cNvSpPr txBox="1">
            <a:spLocks noGrp="1"/>
          </p:cNvSpPr>
          <p:nvPr>
            <p:ph type="title"/>
          </p:nvPr>
        </p:nvSpPr>
        <p:spPr>
          <a:xfrm flipH="1">
            <a:off x="6099433" y="1300167"/>
            <a:ext cx="4742800" cy="239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 sz="4267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 sz="4267"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 sz="4267"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 sz="4267"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 sz="4267"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 sz="4267"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 sz="4267"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 sz="4267"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 sz="4267"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22" name="Google Shape;522;p9"/>
          <p:cNvSpPr txBox="1">
            <a:spLocks noGrp="1"/>
          </p:cNvSpPr>
          <p:nvPr>
            <p:ph type="subTitle" idx="1"/>
          </p:nvPr>
        </p:nvSpPr>
        <p:spPr>
          <a:xfrm flipH="1">
            <a:off x="6099436" y="3722400"/>
            <a:ext cx="4742800" cy="16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r" rtl="0">
              <a:spcBef>
                <a:spcPts val="2133"/>
              </a:spcBef>
              <a:spcAft>
                <a:spcPts val="0"/>
              </a:spcAft>
              <a:buNone/>
              <a:defRPr/>
            </a:lvl2pPr>
            <a:lvl3pPr lvl="2" algn="r" rtl="0">
              <a:spcBef>
                <a:spcPts val="2133"/>
              </a:spcBef>
              <a:spcAft>
                <a:spcPts val="0"/>
              </a:spcAft>
              <a:buNone/>
              <a:defRPr/>
            </a:lvl3pPr>
            <a:lvl4pPr lvl="3" algn="r" rtl="0">
              <a:spcBef>
                <a:spcPts val="2133"/>
              </a:spcBef>
              <a:spcAft>
                <a:spcPts val="0"/>
              </a:spcAft>
              <a:buNone/>
              <a:defRPr/>
            </a:lvl4pPr>
            <a:lvl5pPr lvl="4" algn="r" rtl="0">
              <a:spcBef>
                <a:spcPts val="2133"/>
              </a:spcBef>
              <a:spcAft>
                <a:spcPts val="0"/>
              </a:spcAft>
              <a:buNone/>
              <a:defRPr/>
            </a:lvl5pPr>
            <a:lvl6pPr lvl="5" algn="r" rtl="0">
              <a:spcBef>
                <a:spcPts val="2133"/>
              </a:spcBef>
              <a:spcAft>
                <a:spcPts val="0"/>
              </a:spcAft>
              <a:buNone/>
              <a:defRPr/>
            </a:lvl6pPr>
            <a:lvl7pPr lvl="6" algn="r" rtl="0">
              <a:spcBef>
                <a:spcPts val="2133"/>
              </a:spcBef>
              <a:spcAft>
                <a:spcPts val="0"/>
              </a:spcAft>
              <a:buNone/>
              <a:defRPr/>
            </a:lvl7pPr>
            <a:lvl8pPr lvl="7" algn="r" rtl="0">
              <a:spcBef>
                <a:spcPts val="2133"/>
              </a:spcBef>
              <a:spcAft>
                <a:spcPts val="0"/>
              </a:spcAft>
              <a:buNone/>
              <a:defRPr/>
            </a:lvl8pPr>
            <a:lvl9pPr lvl="8" algn="r" rtl="0">
              <a:spcBef>
                <a:spcPts val="2133"/>
              </a:spcBef>
              <a:spcAft>
                <a:spcPts val="2133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23237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10"/>
          <p:cNvSpPr/>
          <p:nvPr/>
        </p:nvSpPr>
        <p:spPr>
          <a:xfrm>
            <a:off x="1061600" y="3802467"/>
            <a:ext cx="3074800" cy="2438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25" name="Google Shape;525;p10"/>
          <p:cNvSpPr/>
          <p:nvPr/>
        </p:nvSpPr>
        <p:spPr>
          <a:xfrm>
            <a:off x="960000" y="3700867"/>
            <a:ext cx="3074800" cy="2438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26" name="Google Shape;526;p10"/>
          <p:cNvSpPr txBox="1">
            <a:spLocks noGrp="1"/>
          </p:cNvSpPr>
          <p:nvPr>
            <p:ph type="title"/>
          </p:nvPr>
        </p:nvSpPr>
        <p:spPr>
          <a:xfrm>
            <a:off x="960000" y="3700800"/>
            <a:ext cx="3074800" cy="2438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82875" tIns="182875" rIns="182875" bIns="1828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2400"/>
              <a:buFont typeface="Palanquin Dark"/>
              <a:buNone/>
              <a:defRPr sz="3200"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2400"/>
              <a:buFont typeface="Palanquin Dark"/>
              <a:buNone/>
              <a:defRPr sz="3200"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2400"/>
              <a:buFont typeface="Palanquin Dark"/>
              <a:buNone/>
              <a:defRPr sz="3200"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2400"/>
              <a:buFont typeface="Palanquin Dark"/>
              <a:buNone/>
              <a:defRPr sz="3200"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2400"/>
              <a:buFont typeface="Palanquin Dark"/>
              <a:buNone/>
              <a:defRPr sz="3200"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2400"/>
              <a:buFont typeface="Palanquin Dark"/>
              <a:buNone/>
              <a:defRPr sz="3200"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2400"/>
              <a:buFont typeface="Palanquin Dark"/>
              <a:buNone/>
              <a:defRPr sz="3200"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2400"/>
              <a:buFont typeface="Palanquin Dark"/>
              <a:buNone/>
              <a:defRPr sz="3200"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1426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8" name="Google Shape;528;p11"/>
          <p:cNvGrpSpPr/>
          <p:nvPr/>
        </p:nvGrpSpPr>
        <p:grpSpPr>
          <a:xfrm>
            <a:off x="-227" y="-2517"/>
            <a:ext cx="12192243" cy="6864073"/>
            <a:chOff x="-170" y="-1888"/>
            <a:chExt cx="9144182" cy="5148055"/>
          </a:xfrm>
        </p:grpSpPr>
        <p:sp>
          <p:nvSpPr>
            <p:cNvPr id="529" name="Google Shape;529;p11"/>
            <p:cNvSpPr/>
            <p:nvPr/>
          </p:nvSpPr>
          <p:spPr>
            <a:xfrm flipH="1">
              <a:off x="3143645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0" name="Google Shape;530;p11"/>
            <p:cNvSpPr/>
            <p:nvPr/>
          </p:nvSpPr>
          <p:spPr>
            <a:xfrm flipH="1">
              <a:off x="-170" y="284850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1" name="Google Shape;531;p11"/>
            <p:cNvSpPr/>
            <p:nvPr/>
          </p:nvSpPr>
          <p:spPr>
            <a:xfrm flipH="1">
              <a:off x="9143974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2" name="Google Shape;532;p11"/>
            <p:cNvSpPr/>
            <p:nvPr/>
          </p:nvSpPr>
          <p:spPr>
            <a:xfrm flipH="1">
              <a:off x="8858242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3" name="Google Shape;533;p11"/>
            <p:cNvSpPr/>
            <p:nvPr/>
          </p:nvSpPr>
          <p:spPr>
            <a:xfrm flipH="1">
              <a:off x="8572510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4" name="Google Shape;534;p11"/>
            <p:cNvSpPr/>
            <p:nvPr/>
          </p:nvSpPr>
          <p:spPr>
            <a:xfrm flipH="1">
              <a:off x="8286778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5" name="Google Shape;535;p11"/>
            <p:cNvSpPr/>
            <p:nvPr/>
          </p:nvSpPr>
          <p:spPr>
            <a:xfrm flipH="1">
              <a:off x="8001047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6" name="Google Shape;536;p11"/>
            <p:cNvSpPr/>
            <p:nvPr/>
          </p:nvSpPr>
          <p:spPr>
            <a:xfrm flipH="1">
              <a:off x="7715315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7" name="Google Shape;537;p11"/>
            <p:cNvSpPr/>
            <p:nvPr/>
          </p:nvSpPr>
          <p:spPr>
            <a:xfrm flipH="1">
              <a:off x="7429583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8" name="Google Shape;538;p11"/>
            <p:cNvSpPr/>
            <p:nvPr/>
          </p:nvSpPr>
          <p:spPr>
            <a:xfrm flipH="1">
              <a:off x="7143851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9" name="Google Shape;539;p11"/>
            <p:cNvSpPr/>
            <p:nvPr/>
          </p:nvSpPr>
          <p:spPr>
            <a:xfrm rot="10800000" flipH="1">
              <a:off x="6858158" y="-1888"/>
              <a:ext cx="0" cy="5147280"/>
            </a:xfrm>
            <a:custGeom>
              <a:avLst/>
              <a:gdLst/>
              <a:ahLst/>
              <a:cxnLst/>
              <a:rect l="l" t="t" r="r" b="b"/>
              <a:pathLst>
                <a:path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0" name="Google Shape;540;p11"/>
            <p:cNvSpPr/>
            <p:nvPr/>
          </p:nvSpPr>
          <p:spPr>
            <a:xfrm flipH="1">
              <a:off x="6572426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1" name="Google Shape;541;p11"/>
            <p:cNvSpPr/>
            <p:nvPr/>
          </p:nvSpPr>
          <p:spPr>
            <a:xfrm flipH="1">
              <a:off x="6286695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2" name="Google Shape;542;p11"/>
            <p:cNvSpPr/>
            <p:nvPr/>
          </p:nvSpPr>
          <p:spPr>
            <a:xfrm flipH="1">
              <a:off x="6000963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3" name="Google Shape;543;p11"/>
            <p:cNvSpPr/>
            <p:nvPr/>
          </p:nvSpPr>
          <p:spPr>
            <a:xfrm flipH="1">
              <a:off x="5715231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4" name="Google Shape;544;p11"/>
            <p:cNvSpPr/>
            <p:nvPr/>
          </p:nvSpPr>
          <p:spPr>
            <a:xfrm flipH="1">
              <a:off x="5429499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5" name="Google Shape;545;p11"/>
            <p:cNvSpPr/>
            <p:nvPr/>
          </p:nvSpPr>
          <p:spPr>
            <a:xfrm flipH="1">
              <a:off x="5143768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6" name="Google Shape;546;p11"/>
            <p:cNvSpPr/>
            <p:nvPr/>
          </p:nvSpPr>
          <p:spPr>
            <a:xfrm flipH="1">
              <a:off x="4858036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7" name="Google Shape;547;p11"/>
            <p:cNvSpPr/>
            <p:nvPr/>
          </p:nvSpPr>
          <p:spPr>
            <a:xfrm flipH="1">
              <a:off x="4572304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8" name="Google Shape;548;p11"/>
            <p:cNvSpPr/>
            <p:nvPr/>
          </p:nvSpPr>
          <p:spPr>
            <a:xfrm flipH="1">
              <a:off x="4286572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9" name="Google Shape;549;p11"/>
            <p:cNvSpPr/>
            <p:nvPr/>
          </p:nvSpPr>
          <p:spPr>
            <a:xfrm flipH="1">
              <a:off x="4000841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0" name="Google Shape;550;p11"/>
            <p:cNvSpPr/>
            <p:nvPr/>
          </p:nvSpPr>
          <p:spPr>
            <a:xfrm flipH="1">
              <a:off x="3715109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1" name="Google Shape;551;p11"/>
            <p:cNvSpPr/>
            <p:nvPr/>
          </p:nvSpPr>
          <p:spPr>
            <a:xfrm flipH="1">
              <a:off x="3429377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2" name="Google Shape;552;p11"/>
            <p:cNvSpPr/>
            <p:nvPr/>
          </p:nvSpPr>
          <p:spPr>
            <a:xfrm flipH="1">
              <a:off x="-170" y="2858472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3" name="Google Shape;553;p11"/>
            <p:cNvSpPr/>
            <p:nvPr/>
          </p:nvSpPr>
          <p:spPr>
            <a:xfrm flipH="1">
              <a:off x="-170" y="2572497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1"/>
                  </a:moveTo>
                  <a:lnTo>
                    <a:pt x="154953" y="1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4" name="Google Shape;554;p11"/>
            <p:cNvSpPr/>
            <p:nvPr/>
          </p:nvSpPr>
          <p:spPr>
            <a:xfrm flipH="1">
              <a:off x="-170" y="2286561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5" name="Google Shape;555;p11"/>
            <p:cNvSpPr/>
            <p:nvPr/>
          </p:nvSpPr>
          <p:spPr>
            <a:xfrm flipH="1">
              <a:off x="-170" y="2000585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6" name="Google Shape;556;p11"/>
            <p:cNvSpPr/>
            <p:nvPr/>
          </p:nvSpPr>
          <p:spPr>
            <a:xfrm flipH="1">
              <a:off x="-170" y="1714610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1"/>
                  </a:moveTo>
                  <a:lnTo>
                    <a:pt x="154953" y="1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7" name="Google Shape;557;p11"/>
            <p:cNvSpPr/>
            <p:nvPr/>
          </p:nvSpPr>
          <p:spPr>
            <a:xfrm flipH="1">
              <a:off x="-170" y="1428674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8" name="Google Shape;558;p11"/>
            <p:cNvSpPr/>
            <p:nvPr/>
          </p:nvSpPr>
          <p:spPr>
            <a:xfrm flipH="1">
              <a:off x="-170" y="4287500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9" name="Google Shape;559;p11"/>
            <p:cNvSpPr/>
            <p:nvPr/>
          </p:nvSpPr>
          <p:spPr>
            <a:xfrm flipH="1">
              <a:off x="-170" y="4001524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1"/>
                  </a:moveTo>
                  <a:lnTo>
                    <a:pt x="154953" y="1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0" name="Google Shape;560;p11"/>
            <p:cNvSpPr/>
            <p:nvPr/>
          </p:nvSpPr>
          <p:spPr>
            <a:xfrm flipH="1">
              <a:off x="-170" y="3716321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1"/>
                  </a:moveTo>
                  <a:lnTo>
                    <a:pt x="154953" y="1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1" name="Google Shape;561;p11"/>
            <p:cNvSpPr/>
            <p:nvPr/>
          </p:nvSpPr>
          <p:spPr>
            <a:xfrm flipH="1">
              <a:off x="-170" y="3430384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2" name="Google Shape;562;p11"/>
            <p:cNvSpPr/>
            <p:nvPr/>
          </p:nvSpPr>
          <p:spPr>
            <a:xfrm flipH="1">
              <a:off x="-170" y="4859411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3" name="Google Shape;563;p11"/>
            <p:cNvSpPr/>
            <p:nvPr/>
          </p:nvSpPr>
          <p:spPr>
            <a:xfrm flipH="1">
              <a:off x="-170" y="4573436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1"/>
                  </a:moveTo>
                  <a:lnTo>
                    <a:pt x="154953" y="1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4" name="Google Shape;564;p11"/>
            <p:cNvSpPr/>
            <p:nvPr/>
          </p:nvSpPr>
          <p:spPr>
            <a:xfrm flipH="1">
              <a:off x="-170" y="3144409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1"/>
                  </a:moveTo>
                  <a:lnTo>
                    <a:pt x="154953" y="1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5" name="Google Shape;565;p11"/>
            <p:cNvSpPr/>
            <p:nvPr/>
          </p:nvSpPr>
          <p:spPr>
            <a:xfrm flipH="1">
              <a:off x="-170" y="1142698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1"/>
                  </a:moveTo>
                  <a:lnTo>
                    <a:pt x="154953" y="1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6" name="Google Shape;566;p11"/>
            <p:cNvSpPr/>
            <p:nvPr/>
          </p:nvSpPr>
          <p:spPr>
            <a:xfrm flipH="1">
              <a:off x="-170" y="856762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7" name="Google Shape;567;p11"/>
            <p:cNvSpPr/>
            <p:nvPr/>
          </p:nvSpPr>
          <p:spPr>
            <a:xfrm flipH="1">
              <a:off x="-170" y="570787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1"/>
                  </a:moveTo>
                  <a:lnTo>
                    <a:pt x="154953" y="1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8" name="Google Shape;568;p11"/>
            <p:cNvSpPr/>
            <p:nvPr/>
          </p:nvSpPr>
          <p:spPr>
            <a:xfrm flipH="1">
              <a:off x="572060" y="-1113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9" name="Google Shape;569;p11"/>
            <p:cNvSpPr/>
            <p:nvPr/>
          </p:nvSpPr>
          <p:spPr>
            <a:xfrm flipH="1">
              <a:off x="2857914" y="-1113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0" name="Google Shape;570;p11"/>
            <p:cNvSpPr/>
            <p:nvPr/>
          </p:nvSpPr>
          <p:spPr>
            <a:xfrm flipH="1">
              <a:off x="2572182" y="-1113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1" name="Google Shape;571;p11"/>
            <p:cNvSpPr/>
            <p:nvPr/>
          </p:nvSpPr>
          <p:spPr>
            <a:xfrm flipH="1">
              <a:off x="2286450" y="-1113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2" name="Google Shape;572;p11"/>
            <p:cNvSpPr/>
            <p:nvPr/>
          </p:nvSpPr>
          <p:spPr>
            <a:xfrm flipH="1">
              <a:off x="2000718" y="-1113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3" name="Google Shape;573;p11"/>
            <p:cNvSpPr/>
            <p:nvPr/>
          </p:nvSpPr>
          <p:spPr>
            <a:xfrm flipH="1">
              <a:off x="1714987" y="-1113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4" name="Google Shape;574;p11"/>
            <p:cNvSpPr/>
            <p:nvPr/>
          </p:nvSpPr>
          <p:spPr>
            <a:xfrm flipH="1">
              <a:off x="1429255" y="-1113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5" name="Google Shape;575;p11"/>
            <p:cNvSpPr/>
            <p:nvPr/>
          </p:nvSpPr>
          <p:spPr>
            <a:xfrm flipH="1">
              <a:off x="1143523" y="-1113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6" name="Google Shape;576;p11"/>
            <p:cNvSpPr/>
            <p:nvPr/>
          </p:nvSpPr>
          <p:spPr>
            <a:xfrm flipH="1">
              <a:off x="857791" y="-1113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7" name="Google Shape;577;p11"/>
            <p:cNvSpPr/>
            <p:nvPr/>
          </p:nvSpPr>
          <p:spPr>
            <a:xfrm flipH="1">
              <a:off x="596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8" name="Google Shape;578;p11"/>
            <p:cNvSpPr/>
            <p:nvPr/>
          </p:nvSpPr>
          <p:spPr>
            <a:xfrm flipH="1">
              <a:off x="286328" y="-1113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579" name="Google Shape;579;p11"/>
          <p:cNvSpPr/>
          <p:nvPr/>
        </p:nvSpPr>
        <p:spPr>
          <a:xfrm flipH="1">
            <a:off x="800" y="3428500"/>
            <a:ext cx="3527200" cy="3429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80" name="Google Shape;580;p11"/>
          <p:cNvSpPr txBox="1">
            <a:spLocks noGrp="1"/>
          </p:cNvSpPr>
          <p:nvPr>
            <p:ph type="title" hasCustomPrompt="1"/>
          </p:nvPr>
        </p:nvSpPr>
        <p:spPr>
          <a:xfrm>
            <a:off x="3527997" y="3324755"/>
            <a:ext cx="7851200" cy="212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r>
              <a:t>xx%</a:t>
            </a:r>
          </a:p>
        </p:txBody>
      </p:sp>
      <p:grpSp>
        <p:nvGrpSpPr>
          <p:cNvPr id="581" name="Google Shape;581;p11"/>
          <p:cNvGrpSpPr/>
          <p:nvPr/>
        </p:nvGrpSpPr>
        <p:grpSpPr>
          <a:xfrm>
            <a:off x="8480967" y="-36766"/>
            <a:ext cx="3934324" cy="1170931"/>
            <a:chOff x="2877199" y="835343"/>
            <a:chExt cx="2950743" cy="878198"/>
          </a:xfrm>
        </p:grpSpPr>
        <p:sp>
          <p:nvSpPr>
            <p:cNvPr id="582" name="Google Shape;582;p11"/>
            <p:cNvSpPr/>
            <p:nvPr/>
          </p:nvSpPr>
          <p:spPr>
            <a:xfrm>
              <a:off x="2877199" y="835343"/>
              <a:ext cx="2950737" cy="878198"/>
            </a:xfrm>
            <a:custGeom>
              <a:avLst/>
              <a:gdLst/>
              <a:ahLst/>
              <a:cxnLst/>
              <a:rect l="l" t="t" r="r" b="b"/>
              <a:pathLst>
                <a:path w="76558" h="44477" extrusionOk="0">
                  <a:moveTo>
                    <a:pt x="1" y="1"/>
                  </a:moveTo>
                  <a:lnTo>
                    <a:pt x="1" y="44476"/>
                  </a:lnTo>
                  <a:lnTo>
                    <a:pt x="76558" y="44476"/>
                  </a:lnTo>
                  <a:lnTo>
                    <a:pt x="7655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3" name="Google Shape;583;p11"/>
            <p:cNvSpPr/>
            <p:nvPr/>
          </p:nvSpPr>
          <p:spPr>
            <a:xfrm>
              <a:off x="2877206" y="1478599"/>
              <a:ext cx="2950737" cy="147212"/>
            </a:xfrm>
            <a:custGeom>
              <a:avLst/>
              <a:gdLst/>
              <a:ahLst/>
              <a:cxnLst/>
              <a:rect l="l" t="t" r="r" b="b"/>
              <a:pathLst>
                <a:path w="76558" h="3816" fill="none" extrusionOk="0">
                  <a:moveTo>
                    <a:pt x="76558" y="3816"/>
                  </a:moveTo>
                  <a:lnTo>
                    <a:pt x="66991" y="1"/>
                  </a:lnTo>
                  <a:lnTo>
                    <a:pt x="57423" y="3816"/>
                  </a:lnTo>
                  <a:lnTo>
                    <a:pt x="47856" y="1"/>
                  </a:lnTo>
                  <a:lnTo>
                    <a:pt x="38289" y="3816"/>
                  </a:lnTo>
                  <a:lnTo>
                    <a:pt x="28722" y="1"/>
                  </a:lnTo>
                  <a:lnTo>
                    <a:pt x="19155" y="3816"/>
                  </a:lnTo>
                  <a:lnTo>
                    <a:pt x="9588" y="1"/>
                  </a:lnTo>
                  <a:lnTo>
                    <a:pt x="1" y="3816"/>
                  </a:lnTo>
                </a:path>
              </a:pathLst>
            </a:custGeom>
            <a:noFill/>
            <a:ln w="76200" cap="flat" cmpd="sng">
              <a:solidFill>
                <a:srgbClr val="0B0B0B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4" name="Google Shape;584;p11"/>
            <p:cNvSpPr/>
            <p:nvPr/>
          </p:nvSpPr>
          <p:spPr>
            <a:xfrm>
              <a:off x="2877206" y="1200301"/>
              <a:ext cx="2950737" cy="146440"/>
            </a:xfrm>
            <a:custGeom>
              <a:avLst/>
              <a:gdLst/>
              <a:ahLst/>
              <a:cxnLst/>
              <a:rect l="l" t="t" r="r" b="b"/>
              <a:pathLst>
                <a:path w="76558" h="3796" fill="none" extrusionOk="0">
                  <a:moveTo>
                    <a:pt x="76558" y="3795"/>
                  </a:moveTo>
                  <a:lnTo>
                    <a:pt x="66991" y="0"/>
                  </a:lnTo>
                  <a:lnTo>
                    <a:pt x="57423" y="3795"/>
                  </a:lnTo>
                  <a:lnTo>
                    <a:pt x="47856" y="0"/>
                  </a:lnTo>
                  <a:lnTo>
                    <a:pt x="38289" y="3795"/>
                  </a:lnTo>
                  <a:lnTo>
                    <a:pt x="28722" y="0"/>
                  </a:lnTo>
                  <a:lnTo>
                    <a:pt x="19155" y="3795"/>
                  </a:lnTo>
                  <a:lnTo>
                    <a:pt x="9588" y="0"/>
                  </a:lnTo>
                  <a:lnTo>
                    <a:pt x="1" y="3795"/>
                  </a:lnTo>
                </a:path>
              </a:pathLst>
            </a:custGeom>
            <a:noFill/>
            <a:ln w="76200" cap="flat" cmpd="sng">
              <a:solidFill>
                <a:srgbClr val="0B0B0B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5" name="Google Shape;585;p11"/>
            <p:cNvSpPr/>
            <p:nvPr/>
          </p:nvSpPr>
          <p:spPr>
            <a:xfrm>
              <a:off x="2877206" y="921964"/>
              <a:ext cx="2950737" cy="146440"/>
            </a:xfrm>
            <a:custGeom>
              <a:avLst/>
              <a:gdLst/>
              <a:ahLst/>
              <a:cxnLst/>
              <a:rect l="l" t="t" r="r" b="b"/>
              <a:pathLst>
                <a:path w="76558" h="3796" fill="none" extrusionOk="0">
                  <a:moveTo>
                    <a:pt x="76558" y="3795"/>
                  </a:moveTo>
                  <a:lnTo>
                    <a:pt x="66991" y="0"/>
                  </a:lnTo>
                  <a:lnTo>
                    <a:pt x="57423" y="3795"/>
                  </a:lnTo>
                  <a:lnTo>
                    <a:pt x="47856" y="0"/>
                  </a:lnTo>
                  <a:lnTo>
                    <a:pt x="38289" y="3795"/>
                  </a:lnTo>
                  <a:lnTo>
                    <a:pt x="28722" y="0"/>
                  </a:lnTo>
                  <a:lnTo>
                    <a:pt x="19155" y="3795"/>
                  </a:lnTo>
                  <a:lnTo>
                    <a:pt x="9588" y="0"/>
                  </a:lnTo>
                  <a:lnTo>
                    <a:pt x="1" y="3795"/>
                  </a:lnTo>
                </a:path>
              </a:pathLst>
            </a:custGeom>
            <a:noFill/>
            <a:ln w="76200" cap="flat" cmpd="sng">
              <a:solidFill>
                <a:srgbClr val="0B0B0B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586" name="Google Shape;586;p11"/>
          <p:cNvSpPr txBox="1">
            <a:spLocks noGrp="1"/>
          </p:cNvSpPr>
          <p:nvPr>
            <p:ph type="subTitle" idx="1"/>
          </p:nvPr>
        </p:nvSpPr>
        <p:spPr>
          <a:xfrm>
            <a:off x="5174667" y="5484733"/>
            <a:ext cx="6057600" cy="5364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dist="104775" dir="3180000" algn="bl" rotWithShape="0">
              <a:srgbClr val="000000"/>
            </a:outerShdw>
          </a:effectLst>
        </p:spPr>
        <p:txBody>
          <a:bodyPr spcFirstLastPara="1" wrap="square" lIns="182875" tIns="91425" rIns="18287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1pPr>
            <a:lvl2pPr lvl="1" algn="r" rtl="0">
              <a:spcBef>
                <a:spcPts val="2133"/>
              </a:spcBef>
              <a:spcAft>
                <a:spcPts val="0"/>
              </a:spcAft>
              <a:buNone/>
              <a:defRPr sz="2133"/>
            </a:lvl2pPr>
            <a:lvl3pPr lvl="2" algn="r" rtl="0">
              <a:spcBef>
                <a:spcPts val="2133"/>
              </a:spcBef>
              <a:spcAft>
                <a:spcPts val="0"/>
              </a:spcAft>
              <a:buNone/>
              <a:defRPr sz="2133"/>
            </a:lvl3pPr>
            <a:lvl4pPr lvl="3" algn="r" rtl="0">
              <a:spcBef>
                <a:spcPts val="2133"/>
              </a:spcBef>
              <a:spcAft>
                <a:spcPts val="0"/>
              </a:spcAft>
              <a:buNone/>
              <a:defRPr sz="2133"/>
            </a:lvl4pPr>
            <a:lvl5pPr lvl="4" algn="r" rtl="0">
              <a:spcBef>
                <a:spcPts val="2133"/>
              </a:spcBef>
              <a:spcAft>
                <a:spcPts val="0"/>
              </a:spcAft>
              <a:buNone/>
              <a:defRPr sz="2133"/>
            </a:lvl5pPr>
            <a:lvl6pPr lvl="5" algn="r" rtl="0">
              <a:spcBef>
                <a:spcPts val="2133"/>
              </a:spcBef>
              <a:spcAft>
                <a:spcPts val="0"/>
              </a:spcAft>
              <a:buNone/>
              <a:defRPr sz="2133"/>
            </a:lvl6pPr>
            <a:lvl7pPr lvl="6" algn="r" rtl="0">
              <a:spcBef>
                <a:spcPts val="2133"/>
              </a:spcBef>
              <a:spcAft>
                <a:spcPts val="0"/>
              </a:spcAft>
              <a:buNone/>
              <a:defRPr sz="2133"/>
            </a:lvl7pPr>
            <a:lvl8pPr lvl="7" algn="r" rtl="0">
              <a:spcBef>
                <a:spcPts val="2133"/>
              </a:spcBef>
              <a:spcAft>
                <a:spcPts val="0"/>
              </a:spcAft>
              <a:buNone/>
              <a:defRPr sz="2133"/>
            </a:lvl8pPr>
            <a:lvl9pPr lvl="8" algn="r" rtl="0">
              <a:spcBef>
                <a:spcPts val="2133"/>
              </a:spcBef>
              <a:spcAft>
                <a:spcPts val="2133"/>
              </a:spcAft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87" name="Google Shape;587;p11"/>
          <p:cNvSpPr/>
          <p:nvPr/>
        </p:nvSpPr>
        <p:spPr>
          <a:xfrm>
            <a:off x="3528000" y="0"/>
            <a:ext cx="5136000" cy="1676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588" name="Google Shape;588;p11"/>
          <p:cNvGrpSpPr/>
          <p:nvPr/>
        </p:nvGrpSpPr>
        <p:grpSpPr>
          <a:xfrm>
            <a:off x="1881331" y="801378"/>
            <a:ext cx="3293328" cy="374201"/>
            <a:chOff x="1410998" y="601033"/>
            <a:chExt cx="2469996" cy="280651"/>
          </a:xfrm>
        </p:grpSpPr>
        <p:sp>
          <p:nvSpPr>
            <p:cNvPr id="589" name="Google Shape;589;p11"/>
            <p:cNvSpPr/>
            <p:nvPr/>
          </p:nvSpPr>
          <p:spPr>
            <a:xfrm>
              <a:off x="1459755" y="649833"/>
              <a:ext cx="2421240" cy="231851"/>
            </a:xfrm>
            <a:custGeom>
              <a:avLst/>
              <a:gdLst/>
              <a:ahLst/>
              <a:cxnLst/>
              <a:rect l="l" t="t" r="r" b="b"/>
              <a:pathLst>
                <a:path w="62820" h="6010" extrusionOk="0">
                  <a:moveTo>
                    <a:pt x="11446" y="1"/>
                  </a:moveTo>
                  <a:cubicBezTo>
                    <a:pt x="8580" y="1"/>
                    <a:pt x="7097" y="1127"/>
                    <a:pt x="5793" y="2116"/>
                  </a:cubicBezTo>
                  <a:cubicBezTo>
                    <a:pt x="4626" y="3025"/>
                    <a:pt x="3598" y="3796"/>
                    <a:pt x="1483" y="3796"/>
                  </a:cubicBezTo>
                  <a:cubicBezTo>
                    <a:pt x="1" y="3796"/>
                    <a:pt x="1" y="6010"/>
                    <a:pt x="1483" y="6010"/>
                  </a:cubicBezTo>
                  <a:cubicBezTo>
                    <a:pt x="4350" y="6010"/>
                    <a:pt x="5832" y="4883"/>
                    <a:pt x="7137" y="3895"/>
                  </a:cubicBezTo>
                  <a:cubicBezTo>
                    <a:pt x="8323" y="2985"/>
                    <a:pt x="9331" y="2214"/>
                    <a:pt x="11446" y="2214"/>
                  </a:cubicBezTo>
                  <a:cubicBezTo>
                    <a:pt x="13581" y="2214"/>
                    <a:pt x="14589" y="2985"/>
                    <a:pt x="15775" y="3895"/>
                  </a:cubicBezTo>
                  <a:cubicBezTo>
                    <a:pt x="17079" y="4883"/>
                    <a:pt x="18562" y="6010"/>
                    <a:pt x="21428" y="6010"/>
                  </a:cubicBezTo>
                  <a:cubicBezTo>
                    <a:pt x="24294" y="6010"/>
                    <a:pt x="25777" y="4883"/>
                    <a:pt x="27081" y="3895"/>
                  </a:cubicBezTo>
                  <a:cubicBezTo>
                    <a:pt x="28267" y="2985"/>
                    <a:pt x="29295" y="2214"/>
                    <a:pt x="31410" y="2214"/>
                  </a:cubicBezTo>
                  <a:cubicBezTo>
                    <a:pt x="33525" y="2214"/>
                    <a:pt x="34553" y="2985"/>
                    <a:pt x="35720" y="3895"/>
                  </a:cubicBezTo>
                  <a:cubicBezTo>
                    <a:pt x="37024" y="4883"/>
                    <a:pt x="38507" y="6010"/>
                    <a:pt x="41373" y="6010"/>
                  </a:cubicBezTo>
                  <a:cubicBezTo>
                    <a:pt x="44259" y="6010"/>
                    <a:pt x="45741" y="4883"/>
                    <a:pt x="47046" y="3895"/>
                  </a:cubicBezTo>
                  <a:cubicBezTo>
                    <a:pt x="48212" y="2985"/>
                    <a:pt x="49240" y="2214"/>
                    <a:pt x="51355" y="2214"/>
                  </a:cubicBezTo>
                  <a:cubicBezTo>
                    <a:pt x="53470" y="2214"/>
                    <a:pt x="54498" y="2985"/>
                    <a:pt x="55664" y="3895"/>
                  </a:cubicBezTo>
                  <a:cubicBezTo>
                    <a:pt x="56989" y="4883"/>
                    <a:pt x="58471" y="6010"/>
                    <a:pt x="61337" y="6010"/>
                  </a:cubicBezTo>
                  <a:cubicBezTo>
                    <a:pt x="62820" y="6010"/>
                    <a:pt x="62820" y="3796"/>
                    <a:pt x="61337" y="3796"/>
                  </a:cubicBezTo>
                  <a:cubicBezTo>
                    <a:pt x="59203" y="3796"/>
                    <a:pt x="58195" y="3025"/>
                    <a:pt x="57008" y="2116"/>
                  </a:cubicBezTo>
                  <a:cubicBezTo>
                    <a:pt x="55704" y="1127"/>
                    <a:pt x="54221" y="1"/>
                    <a:pt x="51355" y="1"/>
                  </a:cubicBezTo>
                  <a:cubicBezTo>
                    <a:pt x="48489" y="1"/>
                    <a:pt x="47006" y="1127"/>
                    <a:pt x="45702" y="2116"/>
                  </a:cubicBezTo>
                  <a:cubicBezTo>
                    <a:pt x="44516" y="3025"/>
                    <a:pt x="43508" y="3796"/>
                    <a:pt x="41373" y="3796"/>
                  </a:cubicBezTo>
                  <a:cubicBezTo>
                    <a:pt x="39258" y="3796"/>
                    <a:pt x="38250" y="3025"/>
                    <a:pt x="37064" y="2116"/>
                  </a:cubicBezTo>
                  <a:cubicBezTo>
                    <a:pt x="35759" y="1127"/>
                    <a:pt x="34277" y="1"/>
                    <a:pt x="31410" y="1"/>
                  </a:cubicBezTo>
                  <a:cubicBezTo>
                    <a:pt x="28544" y="1"/>
                    <a:pt x="27062" y="1127"/>
                    <a:pt x="25757" y="2116"/>
                  </a:cubicBezTo>
                  <a:cubicBezTo>
                    <a:pt x="24571" y="3025"/>
                    <a:pt x="23543" y="3796"/>
                    <a:pt x="21428" y="3796"/>
                  </a:cubicBezTo>
                  <a:cubicBezTo>
                    <a:pt x="19313" y="3796"/>
                    <a:pt x="18285" y="3025"/>
                    <a:pt x="17119" y="2116"/>
                  </a:cubicBezTo>
                  <a:cubicBezTo>
                    <a:pt x="15814" y="1127"/>
                    <a:pt x="14312" y="1"/>
                    <a:pt x="11446" y="1"/>
                  </a:cubicBezTo>
                  <a:close/>
                </a:path>
              </a:pathLst>
            </a:custGeom>
            <a:solidFill>
              <a:srgbClr val="0B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0" name="Google Shape;590;p11"/>
            <p:cNvSpPr/>
            <p:nvPr/>
          </p:nvSpPr>
          <p:spPr>
            <a:xfrm>
              <a:off x="1410998" y="601033"/>
              <a:ext cx="2421240" cy="231851"/>
            </a:xfrm>
            <a:custGeom>
              <a:avLst/>
              <a:gdLst/>
              <a:ahLst/>
              <a:cxnLst/>
              <a:rect l="l" t="t" r="r" b="b"/>
              <a:pathLst>
                <a:path w="62820" h="6010" extrusionOk="0">
                  <a:moveTo>
                    <a:pt x="11466" y="1"/>
                  </a:moveTo>
                  <a:cubicBezTo>
                    <a:pt x="8599" y="1"/>
                    <a:pt x="7117" y="1127"/>
                    <a:pt x="5812" y="2116"/>
                  </a:cubicBezTo>
                  <a:cubicBezTo>
                    <a:pt x="4626" y="3025"/>
                    <a:pt x="3598" y="3796"/>
                    <a:pt x="1483" y="3796"/>
                  </a:cubicBezTo>
                  <a:cubicBezTo>
                    <a:pt x="1" y="3796"/>
                    <a:pt x="1" y="6010"/>
                    <a:pt x="1483" y="6010"/>
                  </a:cubicBezTo>
                  <a:cubicBezTo>
                    <a:pt x="4349" y="6010"/>
                    <a:pt x="5832" y="4883"/>
                    <a:pt x="7137" y="3895"/>
                  </a:cubicBezTo>
                  <a:cubicBezTo>
                    <a:pt x="8323" y="2985"/>
                    <a:pt x="9331" y="2214"/>
                    <a:pt x="11466" y="2214"/>
                  </a:cubicBezTo>
                  <a:cubicBezTo>
                    <a:pt x="13581" y="2214"/>
                    <a:pt x="14608" y="2985"/>
                    <a:pt x="15775" y="3895"/>
                  </a:cubicBezTo>
                  <a:cubicBezTo>
                    <a:pt x="17079" y="4883"/>
                    <a:pt x="18562" y="6010"/>
                    <a:pt x="21428" y="6010"/>
                  </a:cubicBezTo>
                  <a:cubicBezTo>
                    <a:pt x="24294" y="6010"/>
                    <a:pt x="25777" y="4883"/>
                    <a:pt x="27101" y="3895"/>
                  </a:cubicBezTo>
                  <a:cubicBezTo>
                    <a:pt x="28267" y="2985"/>
                    <a:pt x="29295" y="2214"/>
                    <a:pt x="31410" y="2214"/>
                  </a:cubicBezTo>
                  <a:cubicBezTo>
                    <a:pt x="33525" y="2214"/>
                    <a:pt x="34553" y="2985"/>
                    <a:pt x="35739" y="3895"/>
                  </a:cubicBezTo>
                  <a:cubicBezTo>
                    <a:pt x="37024" y="4903"/>
                    <a:pt x="38507" y="6010"/>
                    <a:pt x="41373" y="6010"/>
                  </a:cubicBezTo>
                  <a:cubicBezTo>
                    <a:pt x="44239" y="6010"/>
                    <a:pt x="45722" y="4883"/>
                    <a:pt x="47046" y="3895"/>
                  </a:cubicBezTo>
                  <a:cubicBezTo>
                    <a:pt x="48212" y="2985"/>
                    <a:pt x="49240" y="2214"/>
                    <a:pt x="51355" y="2214"/>
                  </a:cubicBezTo>
                  <a:cubicBezTo>
                    <a:pt x="53470" y="2214"/>
                    <a:pt x="54498" y="2985"/>
                    <a:pt x="55664" y="3895"/>
                  </a:cubicBezTo>
                  <a:cubicBezTo>
                    <a:pt x="56989" y="4883"/>
                    <a:pt x="58471" y="6010"/>
                    <a:pt x="61337" y="6010"/>
                  </a:cubicBezTo>
                  <a:cubicBezTo>
                    <a:pt x="62820" y="6010"/>
                    <a:pt x="62820" y="3796"/>
                    <a:pt x="61337" y="3796"/>
                  </a:cubicBezTo>
                  <a:cubicBezTo>
                    <a:pt x="59222" y="3796"/>
                    <a:pt x="58194" y="3025"/>
                    <a:pt x="57028" y="2116"/>
                  </a:cubicBezTo>
                  <a:cubicBezTo>
                    <a:pt x="55704" y="1127"/>
                    <a:pt x="54241" y="1"/>
                    <a:pt x="51355" y="1"/>
                  </a:cubicBezTo>
                  <a:cubicBezTo>
                    <a:pt x="48489" y="1"/>
                    <a:pt x="47006" y="1127"/>
                    <a:pt x="45702" y="2116"/>
                  </a:cubicBezTo>
                  <a:cubicBezTo>
                    <a:pt x="44536" y="3025"/>
                    <a:pt x="43508" y="3796"/>
                    <a:pt x="41393" y="3796"/>
                  </a:cubicBezTo>
                  <a:cubicBezTo>
                    <a:pt x="39258" y="3796"/>
                    <a:pt x="38250" y="3025"/>
                    <a:pt x="37064" y="2116"/>
                  </a:cubicBezTo>
                  <a:cubicBezTo>
                    <a:pt x="35759" y="1127"/>
                    <a:pt x="34276" y="1"/>
                    <a:pt x="31410" y="1"/>
                  </a:cubicBezTo>
                  <a:cubicBezTo>
                    <a:pt x="28544" y="1"/>
                    <a:pt x="27062" y="1127"/>
                    <a:pt x="25757" y="2116"/>
                  </a:cubicBezTo>
                  <a:cubicBezTo>
                    <a:pt x="24571" y="3025"/>
                    <a:pt x="23563" y="3796"/>
                    <a:pt x="21428" y="3796"/>
                  </a:cubicBezTo>
                  <a:cubicBezTo>
                    <a:pt x="19313" y="3796"/>
                    <a:pt x="18305" y="3025"/>
                    <a:pt x="17119" y="2116"/>
                  </a:cubicBezTo>
                  <a:cubicBezTo>
                    <a:pt x="15814" y="1127"/>
                    <a:pt x="14332" y="1"/>
                    <a:pt x="11466" y="1"/>
                  </a:cubicBezTo>
                  <a:close/>
                </a:path>
              </a:pathLst>
            </a:custGeom>
            <a:solidFill>
              <a:srgbClr val="B6D5C8"/>
            </a:solidFill>
            <a:ln w="9400" cap="flat" cmpd="sng">
              <a:solidFill>
                <a:srgbClr val="0B0B0B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591" name="Google Shape;591;p11"/>
          <p:cNvGrpSpPr/>
          <p:nvPr/>
        </p:nvGrpSpPr>
        <p:grpSpPr>
          <a:xfrm>
            <a:off x="10811454" y="2498423"/>
            <a:ext cx="323089" cy="307128"/>
            <a:chOff x="6142565" y="367567"/>
            <a:chExt cx="242317" cy="230346"/>
          </a:xfrm>
        </p:grpSpPr>
        <p:sp>
          <p:nvSpPr>
            <p:cNvPr id="592" name="Google Shape;592;p11"/>
            <p:cNvSpPr/>
            <p:nvPr/>
          </p:nvSpPr>
          <p:spPr>
            <a:xfrm>
              <a:off x="6191321" y="404177"/>
              <a:ext cx="193560" cy="193736"/>
            </a:xfrm>
            <a:custGeom>
              <a:avLst/>
              <a:gdLst/>
              <a:ahLst/>
              <a:cxnLst/>
              <a:rect l="l" t="t" r="r" b="b"/>
              <a:pathLst>
                <a:path w="5022" h="5022" extrusionOk="0">
                  <a:moveTo>
                    <a:pt x="2511" y="0"/>
                  </a:moveTo>
                  <a:cubicBezTo>
                    <a:pt x="1127" y="0"/>
                    <a:pt x="1" y="1127"/>
                    <a:pt x="1" y="2511"/>
                  </a:cubicBezTo>
                  <a:cubicBezTo>
                    <a:pt x="1" y="3895"/>
                    <a:pt x="1127" y="5021"/>
                    <a:pt x="2511" y="5021"/>
                  </a:cubicBezTo>
                  <a:cubicBezTo>
                    <a:pt x="3895" y="5021"/>
                    <a:pt x="5021" y="3895"/>
                    <a:pt x="5021" y="2511"/>
                  </a:cubicBezTo>
                  <a:cubicBezTo>
                    <a:pt x="5021" y="1127"/>
                    <a:pt x="3895" y="0"/>
                    <a:pt x="2511" y="0"/>
                  </a:cubicBezTo>
                  <a:close/>
                </a:path>
              </a:pathLst>
            </a:custGeom>
            <a:solidFill>
              <a:srgbClr val="0B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3" name="Google Shape;593;p11"/>
            <p:cNvSpPr/>
            <p:nvPr/>
          </p:nvSpPr>
          <p:spPr>
            <a:xfrm>
              <a:off x="6142565" y="367567"/>
              <a:ext cx="193560" cy="193736"/>
            </a:xfrm>
            <a:custGeom>
              <a:avLst/>
              <a:gdLst/>
              <a:ahLst/>
              <a:cxnLst/>
              <a:rect l="l" t="t" r="r" b="b"/>
              <a:pathLst>
                <a:path w="5022" h="5022" extrusionOk="0">
                  <a:moveTo>
                    <a:pt x="2511" y="1"/>
                  </a:moveTo>
                  <a:cubicBezTo>
                    <a:pt x="1127" y="1"/>
                    <a:pt x="1" y="1127"/>
                    <a:pt x="1" y="2511"/>
                  </a:cubicBezTo>
                  <a:cubicBezTo>
                    <a:pt x="1" y="3895"/>
                    <a:pt x="1127" y="5021"/>
                    <a:pt x="2511" y="5021"/>
                  </a:cubicBezTo>
                  <a:cubicBezTo>
                    <a:pt x="3895" y="5021"/>
                    <a:pt x="5021" y="3895"/>
                    <a:pt x="5021" y="2511"/>
                  </a:cubicBezTo>
                  <a:cubicBezTo>
                    <a:pt x="5021" y="1127"/>
                    <a:pt x="3895" y="1"/>
                    <a:pt x="2511" y="1"/>
                  </a:cubicBezTo>
                  <a:close/>
                </a:path>
              </a:pathLst>
            </a:custGeom>
            <a:solidFill>
              <a:srgbClr val="EEBCC2"/>
            </a:solidFill>
            <a:ln w="9400" cap="flat" cmpd="sng">
              <a:solidFill>
                <a:srgbClr val="0B0B0B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594" name="Google Shape;594;p11"/>
          <p:cNvSpPr/>
          <p:nvPr/>
        </p:nvSpPr>
        <p:spPr>
          <a:xfrm>
            <a:off x="960001" y="2753603"/>
            <a:ext cx="1482139" cy="1350779"/>
          </a:xfrm>
          <a:custGeom>
            <a:avLst/>
            <a:gdLst/>
            <a:ahLst/>
            <a:cxnLst/>
            <a:rect l="l" t="t" r="r" b="b"/>
            <a:pathLst>
              <a:path w="28841" h="26261" extrusionOk="0">
                <a:moveTo>
                  <a:pt x="14420" y="0"/>
                </a:moveTo>
                <a:cubicBezTo>
                  <a:pt x="11060" y="0"/>
                  <a:pt x="7699" y="1280"/>
                  <a:pt x="5140" y="3840"/>
                </a:cubicBezTo>
                <a:cubicBezTo>
                  <a:pt x="0" y="8979"/>
                  <a:pt x="0" y="17281"/>
                  <a:pt x="5140" y="22421"/>
                </a:cubicBezTo>
                <a:cubicBezTo>
                  <a:pt x="7699" y="24980"/>
                  <a:pt x="11060" y="26260"/>
                  <a:pt x="14420" y="26260"/>
                </a:cubicBezTo>
                <a:cubicBezTo>
                  <a:pt x="17780" y="26260"/>
                  <a:pt x="21141" y="24980"/>
                  <a:pt x="23701" y="22421"/>
                </a:cubicBezTo>
                <a:cubicBezTo>
                  <a:pt x="28840" y="17281"/>
                  <a:pt x="28840" y="8979"/>
                  <a:pt x="23701" y="3840"/>
                </a:cubicBezTo>
                <a:cubicBezTo>
                  <a:pt x="21141" y="1280"/>
                  <a:pt x="17780" y="0"/>
                  <a:pt x="14420" y="0"/>
                </a:cubicBezTo>
                <a:close/>
              </a:path>
            </a:pathLst>
          </a:custGeom>
          <a:solidFill>
            <a:srgbClr val="0B0B0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595" name="Google Shape;595;p11"/>
          <p:cNvGrpSpPr/>
          <p:nvPr/>
        </p:nvGrpSpPr>
        <p:grpSpPr>
          <a:xfrm>
            <a:off x="2119054" y="2446456"/>
            <a:ext cx="323089" cy="307128"/>
            <a:chOff x="6142565" y="367567"/>
            <a:chExt cx="242317" cy="230346"/>
          </a:xfrm>
        </p:grpSpPr>
        <p:sp>
          <p:nvSpPr>
            <p:cNvPr id="596" name="Google Shape;596;p11"/>
            <p:cNvSpPr/>
            <p:nvPr/>
          </p:nvSpPr>
          <p:spPr>
            <a:xfrm>
              <a:off x="6191321" y="404177"/>
              <a:ext cx="193560" cy="193736"/>
            </a:xfrm>
            <a:custGeom>
              <a:avLst/>
              <a:gdLst/>
              <a:ahLst/>
              <a:cxnLst/>
              <a:rect l="l" t="t" r="r" b="b"/>
              <a:pathLst>
                <a:path w="5022" h="5022" extrusionOk="0">
                  <a:moveTo>
                    <a:pt x="2511" y="0"/>
                  </a:moveTo>
                  <a:cubicBezTo>
                    <a:pt x="1127" y="0"/>
                    <a:pt x="1" y="1127"/>
                    <a:pt x="1" y="2511"/>
                  </a:cubicBezTo>
                  <a:cubicBezTo>
                    <a:pt x="1" y="3895"/>
                    <a:pt x="1127" y="5021"/>
                    <a:pt x="2511" y="5021"/>
                  </a:cubicBezTo>
                  <a:cubicBezTo>
                    <a:pt x="3895" y="5021"/>
                    <a:pt x="5021" y="3895"/>
                    <a:pt x="5021" y="2511"/>
                  </a:cubicBezTo>
                  <a:cubicBezTo>
                    <a:pt x="5021" y="1127"/>
                    <a:pt x="3895" y="0"/>
                    <a:pt x="2511" y="0"/>
                  </a:cubicBezTo>
                  <a:close/>
                </a:path>
              </a:pathLst>
            </a:custGeom>
            <a:solidFill>
              <a:srgbClr val="0B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7" name="Google Shape;597;p11"/>
            <p:cNvSpPr/>
            <p:nvPr/>
          </p:nvSpPr>
          <p:spPr>
            <a:xfrm>
              <a:off x="6142565" y="367567"/>
              <a:ext cx="193560" cy="193736"/>
            </a:xfrm>
            <a:custGeom>
              <a:avLst/>
              <a:gdLst/>
              <a:ahLst/>
              <a:cxnLst/>
              <a:rect l="l" t="t" r="r" b="b"/>
              <a:pathLst>
                <a:path w="5022" h="5022" extrusionOk="0">
                  <a:moveTo>
                    <a:pt x="2511" y="1"/>
                  </a:moveTo>
                  <a:cubicBezTo>
                    <a:pt x="1127" y="1"/>
                    <a:pt x="1" y="1127"/>
                    <a:pt x="1" y="2511"/>
                  </a:cubicBezTo>
                  <a:cubicBezTo>
                    <a:pt x="1" y="3895"/>
                    <a:pt x="1127" y="5021"/>
                    <a:pt x="2511" y="5021"/>
                  </a:cubicBezTo>
                  <a:cubicBezTo>
                    <a:pt x="3895" y="5021"/>
                    <a:pt x="5021" y="3895"/>
                    <a:pt x="5021" y="2511"/>
                  </a:cubicBezTo>
                  <a:cubicBezTo>
                    <a:pt x="5021" y="1127"/>
                    <a:pt x="3895" y="1"/>
                    <a:pt x="2511" y="1"/>
                  </a:cubicBezTo>
                  <a:close/>
                </a:path>
              </a:pathLst>
            </a:custGeom>
            <a:solidFill>
              <a:schemeClr val="lt1"/>
            </a:solidFill>
            <a:ln w="9400" cap="flat" cmpd="sng">
              <a:solidFill>
                <a:srgbClr val="0B0B0B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2548316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1569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0" name="Google Shape;600;p13"/>
          <p:cNvGrpSpPr/>
          <p:nvPr/>
        </p:nvGrpSpPr>
        <p:grpSpPr>
          <a:xfrm>
            <a:off x="-399" y="-1526"/>
            <a:ext cx="12192900" cy="6863059"/>
            <a:chOff x="-300" y="-1144"/>
            <a:chExt cx="9144675" cy="5147294"/>
          </a:xfrm>
        </p:grpSpPr>
        <p:grpSp>
          <p:nvGrpSpPr>
            <p:cNvPr id="601" name="Google Shape;601;p13"/>
            <p:cNvGrpSpPr/>
            <p:nvPr/>
          </p:nvGrpSpPr>
          <p:grpSpPr>
            <a:xfrm flipH="1">
              <a:off x="0" y="-1144"/>
              <a:ext cx="5973825" cy="5147286"/>
              <a:chOff x="3170025" y="-1144"/>
              <a:chExt cx="5973825" cy="5147286"/>
            </a:xfrm>
          </p:grpSpPr>
          <p:sp>
            <p:nvSpPr>
              <p:cNvPr id="602" name="Google Shape;602;p13"/>
              <p:cNvSpPr/>
              <p:nvPr/>
            </p:nvSpPr>
            <p:spPr>
              <a:xfrm>
                <a:off x="9143811" y="-1138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03" name="Google Shape;603;p13"/>
              <p:cNvSpPr/>
              <p:nvPr/>
            </p:nvSpPr>
            <p:spPr>
              <a:xfrm>
                <a:off x="3170032" y="285608"/>
                <a:ext cx="5972276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0"/>
                    </a:moveTo>
                    <a:lnTo>
                      <a:pt x="154953" y="0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04" name="Google Shape;604;p13"/>
              <p:cNvSpPr/>
              <p:nvPr/>
            </p:nvSpPr>
            <p:spPr>
              <a:xfrm>
                <a:off x="3170025" y="-1140"/>
                <a:ext cx="39" cy="858603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05" name="Google Shape;605;p13"/>
              <p:cNvSpPr/>
              <p:nvPr/>
            </p:nvSpPr>
            <p:spPr>
              <a:xfrm>
                <a:off x="3454199" y="-1140"/>
                <a:ext cx="39" cy="858603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06" name="Google Shape;606;p13"/>
              <p:cNvSpPr/>
              <p:nvPr/>
            </p:nvSpPr>
            <p:spPr>
              <a:xfrm>
                <a:off x="3739143" y="-1140"/>
                <a:ext cx="39" cy="858603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07" name="Google Shape;607;p13"/>
              <p:cNvSpPr/>
              <p:nvPr/>
            </p:nvSpPr>
            <p:spPr>
              <a:xfrm>
                <a:off x="4023317" y="-1140"/>
                <a:ext cx="39" cy="858603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08" name="Google Shape;608;p13"/>
              <p:cNvSpPr/>
              <p:nvPr/>
            </p:nvSpPr>
            <p:spPr>
              <a:xfrm>
                <a:off x="4308262" y="-1140"/>
                <a:ext cx="39" cy="858603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09" name="Google Shape;609;p13"/>
              <p:cNvSpPr/>
              <p:nvPr/>
            </p:nvSpPr>
            <p:spPr>
              <a:xfrm>
                <a:off x="4592436" y="-1140"/>
                <a:ext cx="39" cy="858603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10" name="Google Shape;610;p13"/>
              <p:cNvSpPr/>
              <p:nvPr/>
            </p:nvSpPr>
            <p:spPr>
              <a:xfrm>
                <a:off x="4876609" y="-1140"/>
                <a:ext cx="39" cy="858603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11" name="Google Shape;611;p13"/>
              <p:cNvSpPr/>
              <p:nvPr/>
            </p:nvSpPr>
            <p:spPr>
              <a:xfrm>
                <a:off x="5161515" y="-1140"/>
                <a:ext cx="39" cy="858603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12" name="Google Shape;612;p13"/>
              <p:cNvSpPr/>
              <p:nvPr/>
            </p:nvSpPr>
            <p:spPr>
              <a:xfrm>
                <a:off x="5445728" y="-1140"/>
                <a:ext cx="0" cy="858603"/>
              </a:xfrm>
              <a:custGeom>
                <a:avLst/>
                <a:gdLst/>
                <a:ahLst/>
                <a:cxnLst/>
                <a:rect l="l" t="t" r="r" b="b"/>
                <a:pathLst>
                  <a:path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13" name="Google Shape;613;p13"/>
              <p:cNvSpPr/>
              <p:nvPr/>
            </p:nvSpPr>
            <p:spPr>
              <a:xfrm>
                <a:off x="5730634" y="-1140"/>
                <a:ext cx="39" cy="858603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14" name="Google Shape;614;p13"/>
              <p:cNvSpPr/>
              <p:nvPr/>
            </p:nvSpPr>
            <p:spPr>
              <a:xfrm>
                <a:off x="6014808" y="-1140"/>
                <a:ext cx="39" cy="858603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15" name="Google Shape;615;p13"/>
              <p:cNvSpPr/>
              <p:nvPr/>
            </p:nvSpPr>
            <p:spPr>
              <a:xfrm>
                <a:off x="6298981" y="-1140"/>
                <a:ext cx="39" cy="858603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16" name="Google Shape;616;p13"/>
              <p:cNvSpPr/>
              <p:nvPr/>
            </p:nvSpPr>
            <p:spPr>
              <a:xfrm>
                <a:off x="6583926" y="-1140"/>
                <a:ext cx="39" cy="858603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17" name="Google Shape;617;p13"/>
              <p:cNvSpPr/>
              <p:nvPr/>
            </p:nvSpPr>
            <p:spPr>
              <a:xfrm>
                <a:off x="6868100" y="-1140"/>
                <a:ext cx="39" cy="858603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18" name="Google Shape;618;p13"/>
              <p:cNvSpPr/>
              <p:nvPr/>
            </p:nvSpPr>
            <p:spPr>
              <a:xfrm>
                <a:off x="7152273" y="-1140"/>
                <a:ext cx="39" cy="858603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19" name="Google Shape;619;p13"/>
              <p:cNvSpPr/>
              <p:nvPr/>
            </p:nvSpPr>
            <p:spPr>
              <a:xfrm>
                <a:off x="7437218" y="-1140"/>
                <a:ext cx="39" cy="858603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20" name="Google Shape;620;p13"/>
              <p:cNvSpPr/>
              <p:nvPr/>
            </p:nvSpPr>
            <p:spPr>
              <a:xfrm>
                <a:off x="7721392" y="-1140"/>
                <a:ext cx="39" cy="858603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21" name="Google Shape;621;p13"/>
              <p:cNvSpPr/>
              <p:nvPr/>
            </p:nvSpPr>
            <p:spPr>
              <a:xfrm>
                <a:off x="8006336" y="-1140"/>
                <a:ext cx="39" cy="858603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22" name="Google Shape;622;p13"/>
              <p:cNvSpPr/>
              <p:nvPr/>
            </p:nvSpPr>
            <p:spPr>
              <a:xfrm>
                <a:off x="8290525" y="-1144"/>
                <a:ext cx="39" cy="2572139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23" name="Google Shape;623;p13"/>
              <p:cNvSpPr/>
              <p:nvPr/>
            </p:nvSpPr>
            <p:spPr>
              <a:xfrm>
                <a:off x="8574695" y="-1144"/>
                <a:ext cx="39" cy="2572139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24" name="Google Shape;624;p13"/>
              <p:cNvSpPr/>
              <p:nvPr/>
            </p:nvSpPr>
            <p:spPr>
              <a:xfrm>
                <a:off x="8859636" y="-1144"/>
                <a:ext cx="39" cy="2572139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25" name="Google Shape;625;p13"/>
              <p:cNvSpPr/>
              <p:nvPr/>
            </p:nvSpPr>
            <p:spPr>
              <a:xfrm>
                <a:off x="8290557" y="2573261"/>
                <a:ext cx="851854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1"/>
                    </a:moveTo>
                    <a:lnTo>
                      <a:pt x="154953" y="1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26" name="Google Shape;626;p13"/>
              <p:cNvSpPr/>
              <p:nvPr/>
            </p:nvSpPr>
            <p:spPr>
              <a:xfrm>
                <a:off x="8290557" y="2287322"/>
                <a:ext cx="851854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0"/>
                    </a:moveTo>
                    <a:lnTo>
                      <a:pt x="154953" y="0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27" name="Google Shape;627;p13"/>
              <p:cNvSpPr/>
              <p:nvPr/>
            </p:nvSpPr>
            <p:spPr>
              <a:xfrm>
                <a:off x="8290557" y="2001345"/>
                <a:ext cx="851854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0"/>
                    </a:moveTo>
                    <a:lnTo>
                      <a:pt x="154953" y="0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28" name="Google Shape;628;p13"/>
              <p:cNvSpPr/>
              <p:nvPr/>
            </p:nvSpPr>
            <p:spPr>
              <a:xfrm>
                <a:off x="8290557" y="1715367"/>
                <a:ext cx="851854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1"/>
                    </a:moveTo>
                    <a:lnTo>
                      <a:pt x="154953" y="1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29" name="Google Shape;629;p13"/>
              <p:cNvSpPr/>
              <p:nvPr/>
            </p:nvSpPr>
            <p:spPr>
              <a:xfrm>
                <a:off x="8290557" y="1429428"/>
                <a:ext cx="851854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0"/>
                    </a:moveTo>
                    <a:lnTo>
                      <a:pt x="154953" y="0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30" name="Google Shape;630;p13"/>
              <p:cNvSpPr/>
              <p:nvPr/>
            </p:nvSpPr>
            <p:spPr>
              <a:xfrm>
                <a:off x="8290557" y="1143450"/>
                <a:ext cx="851854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1"/>
                    </a:moveTo>
                    <a:lnTo>
                      <a:pt x="154953" y="1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31" name="Google Shape;631;p13"/>
              <p:cNvSpPr/>
              <p:nvPr/>
            </p:nvSpPr>
            <p:spPr>
              <a:xfrm>
                <a:off x="3170032" y="857520"/>
                <a:ext cx="5972276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0"/>
                    </a:moveTo>
                    <a:lnTo>
                      <a:pt x="154953" y="0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32" name="Google Shape;632;p13"/>
              <p:cNvSpPr/>
              <p:nvPr/>
            </p:nvSpPr>
            <p:spPr>
              <a:xfrm>
                <a:off x="3170032" y="571545"/>
                <a:ext cx="5972276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1"/>
                    </a:moveTo>
                    <a:lnTo>
                      <a:pt x="154953" y="1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sp>
          <p:nvSpPr>
            <p:cNvPr id="633" name="Google Shape;633;p13"/>
            <p:cNvSpPr/>
            <p:nvPr/>
          </p:nvSpPr>
          <p:spPr>
            <a:xfrm flipH="1">
              <a:off x="5838675" y="0"/>
              <a:ext cx="3305700" cy="33528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4" name="Google Shape;634;p13"/>
            <p:cNvSpPr/>
            <p:nvPr/>
          </p:nvSpPr>
          <p:spPr>
            <a:xfrm flipH="1">
              <a:off x="-300" y="2573950"/>
              <a:ext cx="4572300" cy="2572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635" name="Google Shape;635;p13"/>
            <p:cNvGrpSpPr/>
            <p:nvPr/>
          </p:nvGrpSpPr>
          <p:grpSpPr>
            <a:xfrm>
              <a:off x="4575375" y="3477605"/>
              <a:ext cx="4568996" cy="1543447"/>
              <a:chOff x="4823024" y="3477260"/>
              <a:chExt cx="2971318" cy="1543447"/>
            </a:xfrm>
          </p:grpSpPr>
          <p:sp>
            <p:nvSpPr>
              <p:cNvPr id="636" name="Google Shape;636;p13"/>
              <p:cNvSpPr/>
              <p:nvPr/>
            </p:nvSpPr>
            <p:spPr>
              <a:xfrm>
                <a:off x="4823024" y="3477260"/>
                <a:ext cx="2971318" cy="39"/>
              </a:xfrm>
              <a:custGeom>
                <a:avLst/>
                <a:gdLst/>
                <a:ahLst/>
                <a:cxnLst/>
                <a:rect l="l" t="t" r="r" b="b"/>
                <a:pathLst>
                  <a:path w="77092" h="1" fill="none" extrusionOk="0">
                    <a:moveTo>
                      <a:pt x="0" y="1"/>
                    </a:moveTo>
                    <a:lnTo>
                      <a:pt x="77091" y="1"/>
                    </a:lnTo>
                  </a:path>
                </a:pathLst>
              </a:custGeom>
              <a:noFill/>
              <a:ln w="4450" cap="flat" cmpd="sng">
                <a:solidFill>
                  <a:srgbClr val="0B0B0B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37" name="Google Shape;637;p13"/>
              <p:cNvSpPr/>
              <p:nvPr/>
            </p:nvSpPr>
            <p:spPr>
              <a:xfrm>
                <a:off x="4823024" y="3617567"/>
                <a:ext cx="2971318" cy="39"/>
              </a:xfrm>
              <a:custGeom>
                <a:avLst/>
                <a:gdLst/>
                <a:ahLst/>
                <a:cxnLst/>
                <a:rect l="l" t="t" r="r" b="b"/>
                <a:pathLst>
                  <a:path w="77092" h="1" fill="none" extrusionOk="0">
                    <a:moveTo>
                      <a:pt x="0" y="1"/>
                    </a:moveTo>
                    <a:lnTo>
                      <a:pt x="77091" y="1"/>
                    </a:lnTo>
                  </a:path>
                </a:pathLst>
              </a:custGeom>
              <a:noFill/>
              <a:ln w="4450" cap="flat" cmpd="sng">
                <a:solidFill>
                  <a:srgbClr val="0B0B0B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38" name="Google Shape;638;p13"/>
              <p:cNvSpPr/>
              <p:nvPr/>
            </p:nvSpPr>
            <p:spPr>
              <a:xfrm>
                <a:off x="4823024" y="3757912"/>
                <a:ext cx="2971318" cy="39"/>
              </a:xfrm>
              <a:custGeom>
                <a:avLst/>
                <a:gdLst/>
                <a:ahLst/>
                <a:cxnLst/>
                <a:rect l="l" t="t" r="r" b="b"/>
                <a:pathLst>
                  <a:path w="77092" h="1" fill="none" extrusionOk="0">
                    <a:moveTo>
                      <a:pt x="0" y="0"/>
                    </a:moveTo>
                    <a:lnTo>
                      <a:pt x="77091" y="0"/>
                    </a:lnTo>
                  </a:path>
                </a:pathLst>
              </a:custGeom>
              <a:noFill/>
              <a:ln w="4450" cap="flat" cmpd="sng">
                <a:solidFill>
                  <a:srgbClr val="0B0B0B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39" name="Google Shape;639;p13"/>
              <p:cNvSpPr/>
              <p:nvPr/>
            </p:nvSpPr>
            <p:spPr>
              <a:xfrm>
                <a:off x="4823024" y="3898218"/>
                <a:ext cx="2971318" cy="39"/>
              </a:xfrm>
              <a:custGeom>
                <a:avLst/>
                <a:gdLst/>
                <a:ahLst/>
                <a:cxnLst/>
                <a:rect l="l" t="t" r="r" b="b"/>
                <a:pathLst>
                  <a:path w="77092" h="1" fill="none" extrusionOk="0">
                    <a:moveTo>
                      <a:pt x="0" y="0"/>
                    </a:moveTo>
                    <a:lnTo>
                      <a:pt x="77091" y="0"/>
                    </a:lnTo>
                  </a:path>
                </a:pathLst>
              </a:custGeom>
              <a:noFill/>
              <a:ln w="4450" cap="flat" cmpd="sng">
                <a:solidFill>
                  <a:srgbClr val="0B0B0B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40" name="Google Shape;640;p13"/>
              <p:cNvSpPr/>
              <p:nvPr/>
            </p:nvSpPr>
            <p:spPr>
              <a:xfrm>
                <a:off x="4823024" y="4038524"/>
                <a:ext cx="2971318" cy="39"/>
              </a:xfrm>
              <a:custGeom>
                <a:avLst/>
                <a:gdLst/>
                <a:ahLst/>
                <a:cxnLst/>
                <a:rect l="l" t="t" r="r" b="b"/>
                <a:pathLst>
                  <a:path w="77092" h="1" fill="none" extrusionOk="0">
                    <a:moveTo>
                      <a:pt x="0" y="0"/>
                    </a:moveTo>
                    <a:lnTo>
                      <a:pt x="77091" y="0"/>
                    </a:lnTo>
                  </a:path>
                </a:pathLst>
              </a:custGeom>
              <a:noFill/>
              <a:ln w="4450" cap="flat" cmpd="sng">
                <a:solidFill>
                  <a:srgbClr val="0B0B0B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41" name="Google Shape;641;p13"/>
              <p:cNvSpPr/>
              <p:nvPr/>
            </p:nvSpPr>
            <p:spPr>
              <a:xfrm>
                <a:off x="4823024" y="4178831"/>
                <a:ext cx="2971318" cy="39"/>
              </a:xfrm>
              <a:custGeom>
                <a:avLst/>
                <a:gdLst/>
                <a:ahLst/>
                <a:cxnLst/>
                <a:rect l="l" t="t" r="r" b="b"/>
                <a:pathLst>
                  <a:path w="77092" h="1" fill="none" extrusionOk="0">
                    <a:moveTo>
                      <a:pt x="0" y="0"/>
                    </a:moveTo>
                    <a:lnTo>
                      <a:pt x="77091" y="0"/>
                    </a:lnTo>
                  </a:path>
                </a:pathLst>
              </a:custGeom>
              <a:noFill/>
              <a:ln w="4450" cap="flat" cmpd="sng">
                <a:solidFill>
                  <a:srgbClr val="0B0B0B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42" name="Google Shape;642;p13"/>
              <p:cNvSpPr/>
              <p:nvPr/>
            </p:nvSpPr>
            <p:spPr>
              <a:xfrm>
                <a:off x="4823024" y="4319137"/>
                <a:ext cx="2971318" cy="39"/>
              </a:xfrm>
              <a:custGeom>
                <a:avLst/>
                <a:gdLst/>
                <a:ahLst/>
                <a:cxnLst/>
                <a:rect l="l" t="t" r="r" b="b"/>
                <a:pathLst>
                  <a:path w="77092" h="1" fill="none" extrusionOk="0">
                    <a:moveTo>
                      <a:pt x="0" y="0"/>
                    </a:moveTo>
                    <a:lnTo>
                      <a:pt x="77091" y="0"/>
                    </a:lnTo>
                  </a:path>
                </a:pathLst>
              </a:custGeom>
              <a:noFill/>
              <a:ln w="4450" cap="flat" cmpd="sng">
                <a:solidFill>
                  <a:srgbClr val="0B0B0B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43" name="Google Shape;643;p13"/>
              <p:cNvSpPr/>
              <p:nvPr/>
            </p:nvSpPr>
            <p:spPr>
              <a:xfrm>
                <a:off x="4823024" y="4459444"/>
                <a:ext cx="2971318" cy="39"/>
              </a:xfrm>
              <a:custGeom>
                <a:avLst/>
                <a:gdLst/>
                <a:ahLst/>
                <a:cxnLst/>
                <a:rect l="l" t="t" r="r" b="b"/>
                <a:pathLst>
                  <a:path w="77092" h="1" fill="none" extrusionOk="0">
                    <a:moveTo>
                      <a:pt x="0" y="1"/>
                    </a:moveTo>
                    <a:lnTo>
                      <a:pt x="77091" y="1"/>
                    </a:lnTo>
                  </a:path>
                </a:pathLst>
              </a:custGeom>
              <a:noFill/>
              <a:ln w="4450" cap="flat" cmpd="sng">
                <a:solidFill>
                  <a:srgbClr val="0B0B0B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44" name="Google Shape;644;p13"/>
              <p:cNvSpPr/>
              <p:nvPr/>
            </p:nvSpPr>
            <p:spPr>
              <a:xfrm>
                <a:off x="4823024" y="4599750"/>
                <a:ext cx="2971318" cy="39"/>
              </a:xfrm>
              <a:custGeom>
                <a:avLst/>
                <a:gdLst/>
                <a:ahLst/>
                <a:cxnLst/>
                <a:rect l="l" t="t" r="r" b="b"/>
                <a:pathLst>
                  <a:path w="77092" h="1" fill="none" extrusionOk="0">
                    <a:moveTo>
                      <a:pt x="0" y="1"/>
                    </a:moveTo>
                    <a:lnTo>
                      <a:pt x="77091" y="1"/>
                    </a:lnTo>
                  </a:path>
                </a:pathLst>
              </a:custGeom>
              <a:noFill/>
              <a:ln w="4450" cap="flat" cmpd="sng">
                <a:solidFill>
                  <a:srgbClr val="0B0B0B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45" name="Google Shape;645;p13"/>
              <p:cNvSpPr/>
              <p:nvPr/>
            </p:nvSpPr>
            <p:spPr>
              <a:xfrm>
                <a:off x="4823024" y="4740056"/>
                <a:ext cx="2971318" cy="39"/>
              </a:xfrm>
              <a:custGeom>
                <a:avLst/>
                <a:gdLst/>
                <a:ahLst/>
                <a:cxnLst/>
                <a:rect l="l" t="t" r="r" b="b"/>
                <a:pathLst>
                  <a:path w="77092" h="1" fill="none" extrusionOk="0">
                    <a:moveTo>
                      <a:pt x="0" y="1"/>
                    </a:moveTo>
                    <a:lnTo>
                      <a:pt x="77091" y="1"/>
                    </a:lnTo>
                  </a:path>
                </a:pathLst>
              </a:custGeom>
              <a:noFill/>
              <a:ln w="4450" cap="flat" cmpd="sng">
                <a:solidFill>
                  <a:srgbClr val="0B0B0B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46" name="Google Shape;646;p13"/>
              <p:cNvSpPr/>
              <p:nvPr/>
            </p:nvSpPr>
            <p:spPr>
              <a:xfrm>
                <a:off x="4823024" y="4880363"/>
                <a:ext cx="2971318" cy="39"/>
              </a:xfrm>
              <a:custGeom>
                <a:avLst/>
                <a:gdLst/>
                <a:ahLst/>
                <a:cxnLst/>
                <a:rect l="l" t="t" r="r" b="b"/>
                <a:pathLst>
                  <a:path w="77092" h="1" fill="none" extrusionOk="0">
                    <a:moveTo>
                      <a:pt x="0" y="1"/>
                    </a:moveTo>
                    <a:lnTo>
                      <a:pt x="77091" y="1"/>
                    </a:lnTo>
                  </a:path>
                </a:pathLst>
              </a:custGeom>
              <a:noFill/>
              <a:ln w="4450" cap="flat" cmpd="sng">
                <a:solidFill>
                  <a:srgbClr val="0B0B0B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47" name="Google Shape;647;p13"/>
              <p:cNvSpPr/>
              <p:nvPr/>
            </p:nvSpPr>
            <p:spPr>
              <a:xfrm>
                <a:off x="4823024" y="5020669"/>
                <a:ext cx="2971318" cy="39"/>
              </a:xfrm>
              <a:custGeom>
                <a:avLst/>
                <a:gdLst/>
                <a:ahLst/>
                <a:cxnLst/>
                <a:rect l="l" t="t" r="r" b="b"/>
                <a:pathLst>
                  <a:path w="77092" h="1" fill="none" extrusionOk="0">
                    <a:moveTo>
                      <a:pt x="0" y="1"/>
                    </a:moveTo>
                    <a:lnTo>
                      <a:pt x="77091" y="1"/>
                    </a:lnTo>
                  </a:path>
                </a:pathLst>
              </a:custGeom>
              <a:noFill/>
              <a:ln w="4450" cap="flat" cmpd="sng">
                <a:solidFill>
                  <a:srgbClr val="0B0B0B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grpSp>
        <p:nvGrpSpPr>
          <p:cNvPr id="648" name="Google Shape;648;p13"/>
          <p:cNvGrpSpPr/>
          <p:nvPr/>
        </p:nvGrpSpPr>
        <p:grpSpPr>
          <a:xfrm>
            <a:off x="960000" y="720000"/>
            <a:ext cx="10373600" cy="5520800"/>
            <a:chOff x="720000" y="540000"/>
            <a:chExt cx="7780200" cy="4140600"/>
          </a:xfrm>
        </p:grpSpPr>
        <p:sp>
          <p:nvSpPr>
            <p:cNvPr id="649" name="Google Shape;649;p13"/>
            <p:cNvSpPr/>
            <p:nvPr/>
          </p:nvSpPr>
          <p:spPr>
            <a:xfrm>
              <a:off x="796200" y="616200"/>
              <a:ext cx="7704000" cy="40644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0" name="Google Shape;650;p13"/>
            <p:cNvSpPr/>
            <p:nvPr/>
          </p:nvSpPr>
          <p:spPr>
            <a:xfrm>
              <a:off x="720000" y="540000"/>
              <a:ext cx="7704000" cy="40644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651" name="Google Shape;651;p13"/>
          <p:cNvSpPr txBox="1">
            <a:spLocks noGrp="1"/>
          </p:cNvSpPr>
          <p:nvPr>
            <p:ph type="title" hasCustomPrompt="1"/>
          </p:nvPr>
        </p:nvSpPr>
        <p:spPr>
          <a:xfrm>
            <a:off x="2275999" y="2374900"/>
            <a:ext cx="1344400" cy="93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Open Sans"/>
              <a:buNone/>
              <a:defRPr sz="6400">
                <a:latin typeface="Open Sans"/>
                <a:ea typeface="Open Sans"/>
                <a:cs typeface="Open Sans"/>
                <a:sym typeface="Open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Open Sans"/>
              <a:buNone/>
              <a:defRPr sz="6400">
                <a:latin typeface="Open Sans"/>
                <a:ea typeface="Open Sans"/>
                <a:cs typeface="Open Sans"/>
                <a:sym typeface="Open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Open Sans"/>
              <a:buNone/>
              <a:defRPr sz="6400">
                <a:latin typeface="Open Sans"/>
                <a:ea typeface="Open Sans"/>
                <a:cs typeface="Open Sans"/>
                <a:sym typeface="Open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Open Sans"/>
              <a:buNone/>
              <a:defRPr sz="6400">
                <a:latin typeface="Open Sans"/>
                <a:ea typeface="Open Sans"/>
                <a:cs typeface="Open Sans"/>
                <a:sym typeface="Open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Open Sans"/>
              <a:buNone/>
              <a:defRPr sz="6400">
                <a:latin typeface="Open Sans"/>
                <a:ea typeface="Open Sans"/>
                <a:cs typeface="Open Sans"/>
                <a:sym typeface="Open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Open Sans"/>
              <a:buNone/>
              <a:defRPr sz="6400">
                <a:latin typeface="Open Sans"/>
                <a:ea typeface="Open Sans"/>
                <a:cs typeface="Open Sans"/>
                <a:sym typeface="Open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Open Sans"/>
              <a:buNone/>
              <a:defRPr sz="6400">
                <a:latin typeface="Open Sans"/>
                <a:ea typeface="Open Sans"/>
                <a:cs typeface="Open Sans"/>
                <a:sym typeface="Open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Open Sans"/>
              <a:buNone/>
              <a:defRPr sz="6400"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t>xx%</a:t>
            </a:r>
          </a:p>
        </p:txBody>
      </p:sp>
      <p:sp>
        <p:nvSpPr>
          <p:cNvPr id="652" name="Google Shape;652;p13"/>
          <p:cNvSpPr txBox="1">
            <a:spLocks noGrp="1"/>
          </p:cNvSpPr>
          <p:nvPr>
            <p:ph type="subTitle" idx="1"/>
          </p:nvPr>
        </p:nvSpPr>
        <p:spPr>
          <a:xfrm>
            <a:off x="1542999" y="3784600"/>
            <a:ext cx="2810400" cy="49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53" name="Google Shape;653;p13"/>
          <p:cNvSpPr txBox="1">
            <a:spLocks noGrp="1"/>
          </p:cNvSpPr>
          <p:nvPr>
            <p:ph type="subTitle" idx="2"/>
          </p:nvPr>
        </p:nvSpPr>
        <p:spPr>
          <a:xfrm>
            <a:off x="1542999" y="4279867"/>
            <a:ext cx="2810400" cy="93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1pPr>
            <a:lvl2pPr lvl="1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54" name="Google Shape;654;p13"/>
          <p:cNvSpPr txBox="1">
            <a:spLocks noGrp="1"/>
          </p:cNvSpPr>
          <p:nvPr>
            <p:ph type="title" idx="3" hasCustomPrompt="1"/>
          </p:nvPr>
        </p:nvSpPr>
        <p:spPr>
          <a:xfrm>
            <a:off x="5423800" y="4331419"/>
            <a:ext cx="1344400" cy="93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Open Sans"/>
              <a:buNone/>
              <a:defRPr sz="6400">
                <a:latin typeface="Open Sans"/>
                <a:ea typeface="Open Sans"/>
                <a:cs typeface="Open Sans"/>
                <a:sym typeface="Open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Open Sans"/>
              <a:buNone/>
              <a:defRPr sz="6400">
                <a:latin typeface="Open Sans"/>
                <a:ea typeface="Open Sans"/>
                <a:cs typeface="Open Sans"/>
                <a:sym typeface="Open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Open Sans"/>
              <a:buNone/>
              <a:defRPr sz="6400">
                <a:latin typeface="Open Sans"/>
                <a:ea typeface="Open Sans"/>
                <a:cs typeface="Open Sans"/>
                <a:sym typeface="Open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Open Sans"/>
              <a:buNone/>
              <a:defRPr sz="6400">
                <a:latin typeface="Open Sans"/>
                <a:ea typeface="Open Sans"/>
                <a:cs typeface="Open Sans"/>
                <a:sym typeface="Open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Open Sans"/>
              <a:buNone/>
              <a:defRPr sz="6400">
                <a:latin typeface="Open Sans"/>
                <a:ea typeface="Open Sans"/>
                <a:cs typeface="Open Sans"/>
                <a:sym typeface="Open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Open Sans"/>
              <a:buNone/>
              <a:defRPr sz="6400">
                <a:latin typeface="Open Sans"/>
                <a:ea typeface="Open Sans"/>
                <a:cs typeface="Open Sans"/>
                <a:sym typeface="Open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Open Sans"/>
              <a:buNone/>
              <a:defRPr sz="6400">
                <a:latin typeface="Open Sans"/>
                <a:ea typeface="Open Sans"/>
                <a:cs typeface="Open Sans"/>
                <a:sym typeface="Open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Open Sans"/>
              <a:buNone/>
              <a:defRPr sz="6400"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t>xx%</a:t>
            </a:r>
          </a:p>
        </p:txBody>
      </p:sp>
      <p:sp>
        <p:nvSpPr>
          <p:cNvPr id="655" name="Google Shape;655;p13"/>
          <p:cNvSpPr txBox="1">
            <a:spLocks noGrp="1"/>
          </p:cNvSpPr>
          <p:nvPr>
            <p:ph type="subTitle" idx="4"/>
          </p:nvPr>
        </p:nvSpPr>
        <p:spPr>
          <a:xfrm>
            <a:off x="4690800" y="2235719"/>
            <a:ext cx="2810400" cy="49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56" name="Google Shape;656;p13"/>
          <p:cNvSpPr txBox="1">
            <a:spLocks noGrp="1"/>
          </p:cNvSpPr>
          <p:nvPr>
            <p:ph type="subTitle" idx="5"/>
          </p:nvPr>
        </p:nvSpPr>
        <p:spPr>
          <a:xfrm>
            <a:off x="4690800" y="2731019"/>
            <a:ext cx="2810400" cy="93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1pPr>
            <a:lvl2pPr lvl="1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57" name="Google Shape;657;p13"/>
          <p:cNvSpPr txBox="1">
            <a:spLocks noGrp="1"/>
          </p:cNvSpPr>
          <p:nvPr>
            <p:ph type="title" idx="6" hasCustomPrompt="1"/>
          </p:nvPr>
        </p:nvSpPr>
        <p:spPr>
          <a:xfrm>
            <a:off x="8571601" y="2374900"/>
            <a:ext cx="1344400" cy="93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Open Sans"/>
              <a:buNone/>
              <a:defRPr sz="6400">
                <a:latin typeface="Open Sans"/>
                <a:ea typeface="Open Sans"/>
                <a:cs typeface="Open Sans"/>
                <a:sym typeface="Open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Open Sans"/>
              <a:buNone/>
              <a:defRPr sz="6400">
                <a:latin typeface="Open Sans"/>
                <a:ea typeface="Open Sans"/>
                <a:cs typeface="Open Sans"/>
                <a:sym typeface="Open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Open Sans"/>
              <a:buNone/>
              <a:defRPr sz="6400">
                <a:latin typeface="Open Sans"/>
                <a:ea typeface="Open Sans"/>
                <a:cs typeface="Open Sans"/>
                <a:sym typeface="Open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Open Sans"/>
              <a:buNone/>
              <a:defRPr sz="6400">
                <a:latin typeface="Open Sans"/>
                <a:ea typeface="Open Sans"/>
                <a:cs typeface="Open Sans"/>
                <a:sym typeface="Open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Open Sans"/>
              <a:buNone/>
              <a:defRPr sz="6400">
                <a:latin typeface="Open Sans"/>
                <a:ea typeface="Open Sans"/>
                <a:cs typeface="Open Sans"/>
                <a:sym typeface="Open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Open Sans"/>
              <a:buNone/>
              <a:defRPr sz="6400">
                <a:latin typeface="Open Sans"/>
                <a:ea typeface="Open Sans"/>
                <a:cs typeface="Open Sans"/>
                <a:sym typeface="Open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Open Sans"/>
              <a:buNone/>
              <a:defRPr sz="6400">
                <a:latin typeface="Open Sans"/>
                <a:ea typeface="Open Sans"/>
                <a:cs typeface="Open Sans"/>
                <a:sym typeface="Open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Open Sans"/>
              <a:buNone/>
              <a:defRPr sz="6400"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t>xx%</a:t>
            </a:r>
          </a:p>
        </p:txBody>
      </p:sp>
      <p:sp>
        <p:nvSpPr>
          <p:cNvPr id="658" name="Google Shape;658;p13"/>
          <p:cNvSpPr txBox="1">
            <a:spLocks noGrp="1"/>
          </p:cNvSpPr>
          <p:nvPr>
            <p:ph type="subTitle" idx="7"/>
          </p:nvPr>
        </p:nvSpPr>
        <p:spPr>
          <a:xfrm>
            <a:off x="7838601" y="3784600"/>
            <a:ext cx="2810400" cy="49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59" name="Google Shape;659;p13"/>
          <p:cNvSpPr txBox="1">
            <a:spLocks noGrp="1"/>
          </p:cNvSpPr>
          <p:nvPr>
            <p:ph type="subTitle" idx="8"/>
          </p:nvPr>
        </p:nvSpPr>
        <p:spPr>
          <a:xfrm>
            <a:off x="7838601" y="4279867"/>
            <a:ext cx="2810400" cy="93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1pPr>
            <a:lvl2pPr lvl="1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60" name="Google Shape;660;p13"/>
          <p:cNvSpPr txBox="1">
            <a:spLocks noGrp="1"/>
          </p:cNvSpPr>
          <p:nvPr>
            <p:ph type="title" idx="9"/>
          </p:nvPr>
        </p:nvSpPr>
        <p:spPr>
          <a:xfrm>
            <a:off x="960000" y="1036320"/>
            <a:ext cx="10272000" cy="8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653162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Title and three columns 1"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2" name="Google Shape;662;p14"/>
          <p:cNvGrpSpPr/>
          <p:nvPr/>
        </p:nvGrpSpPr>
        <p:grpSpPr>
          <a:xfrm>
            <a:off x="3369210" y="-4900"/>
            <a:ext cx="3934316" cy="641443"/>
            <a:chOff x="798157" y="184198"/>
            <a:chExt cx="2950737" cy="425548"/>
          </a:xfrm>
        </p:grpSpPr>
        <p:sp>
          <p:nvSpPr>
            <p:cNvPr id="663" name="Google Shape;663;p14"/>
            <p:cNvSpPr/>
            <p:nvPr/>
          </p:nvSpPr>
          <p:spPr>
            <a:xfrm>
              <a:off x="798157" y="463306"/>
              <a:ext cx="2950737" cy="146440"/>
            </a:xfrm>
            <a:custGeom>
              <a:avLst/>
              <a:gdLst/>
              <a:ahLst/>
              <a:cxnLst/>
              <a:rect l="l" t="t" r="r" b="b"/>
              <a:pathLst>
                <a:path w="76558" h="3796" fill="none" extrusionOk="0">
                  <a:moveTo>
                    <a:pt x="76558" y="3795"/>
                  </a:moveTo>
                  <a:lnTo>
                    <a:pt x="66991" y="0"/>
                  </a:lnTo>
                  <a:lnTo>
                    <a:pt x="57423" y="3795"/>
                  </a:lnTo>
                  <a:lnTo>
                    <a:pt x="47856" y="0"/>
                  </a:lnTo>
                  <a:lnTo>
                    <a:pt x="38289" y="3795"/>
                  </a:lnTo>
                  <a:lnTo>
                    <a:pt x="28722" y="0"/>
                  </a:lnTo>
                  <a:lnTo>
                    <a:pt x="19155" y="3795"/>
                  </a:lnTo>
                  <a:lnTo>
                    <a:pt x="9588" y="0"/>
                  </a:lnTo>
                  <a:lnTo>
                    <a:pt x="1" y="3795"/>
                  </a:lnTo>
                </a:path>
              </a:pathLst>
            </a:custGeom>
            <a:noFill/>
            <a:ln w="76200" cap="flat" cmpd="sng">
              <a:solidFill>
                <a:srgbClr val="0B0B0B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4" name="Google Shape;664;p14"/>
            <p:cNvSpPr/>
            <p:nvPr/>
          </p:nvSpPr>
          <p:spPr>
            <a:xfrm>
              <a:off x="798157" y="184198"/>
              <a:ext cx="2950737" cy="147212"/>
            </a:xfrm>
            <a:custGeom>
              <a:avLst/>
              <a:gdLst/>
              <a:ahLst/>
              <a:cxnLst/>
              <a:rect l="l" t="t" r="r" b="b"/>
              <a:pathLst>
                <a:path w="76558" h="3816" fill="none" extrusionOk="0">
                  <a:moveTo>
                    <a:pt x="76558" y="3816"/>
                  </a:moveTo>
                  <a:lnTo>
                    <a:pt x="66991" y="1"/>
                  </a:lnTo>
                  <a:lnTo>
                    <a:pt x="57423" y="3816"/>
                  </a:lnTo>
                  <a:lnTo>
                    <a:pt x="47856" y="1"/>
                  </a:lnTo>
                  <a:lnTo>
                    <a:pt x="38289" y="3816"/>
                  </a:lnTo>
                  <a:lnTo>
                    <a:pt x="28722" y="1"/>
                  </a:lnTo>
                  <a:lnTo>
                    <a:pt x="19155" y="3816"/>
                  </a:lnTo>
                  <a:lnTo>
                    <a:pt x="9588" y="1"/>
                  </a:lnTo>
                  <a:lnTo>
                    <a:pt x="1" y="3816"/>
                  </a:lnTo>
                </a:path>
              </a:pathLst>
            </a:custGeom>
            <a:noFill/>
            <a:ln w="76200" cap="flat" cmpd="sng">
              <a:solidFill>
                <a:srgbClr val="0B0B0B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665" name="Google Shape;665;p14"/>
          <p:cNvSpPr/>
          <p:nvPr/>
        </p:nvSpPr>
        <p:spPr>
          <a:xfrm>
            <a:off x="-400" y="-3035"/>
            <a:ext cx="3528400" cy="4470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666" name="Google Shape;666;p14"/>
          <p:cNvGrpSpPr/>
          <p:nvPr/>
        </p:nvGrpSpPr>
        <p:grpSpPr>
          <a:xfrm>
            <a:off x="3369210" y="5919482"/>
            <a:ext cx="3934316" cy="938513"/>
            <a:chOff x="798157" y="-94139"/>
            <a:chExt cx="2950737" cy="703885"/>
          </a:xfrm>
        </p:grpSpPr>
        <p:sp>
          <p:nvSpPr>
            <p:cNvPr id="667" name="Google Shape;667;p14"/>
            <p:cNvSpPr/>
            <p:nvPr/>
          </p:nvSpPr>
          <p:spPr>
            <a:xfrm>
              <a:off x="798157" y="463306"/>
              <a:ext cx="2950737" cy="146440"/>
            </a:xfrm>
            <a:custGeom>
              <a:avLst/>
              <a:gdLst/>
              <a:ahLst/>
              <a:cxnLst/>
              <a:rect l="l" t="t" r="r" b="b"/>
              <a:pathLst>
                <a:path w="76558" h="3796" fill="none" extrusionOk="0">
                  <a:moveTo>
                    <a:pt x="76558" y="3795"/>
                  </a:moveTo>
                  <a:lnTo>
                    <a:pt x="66991" y="0"/>
                  </a:lnTo>
                  <a:lnTo>
                    <a:pt x="57423" y="3795"/>
                  </a:lnTo>
                  <a:lnTo>
                    <a:pt x="47856" y="0"/>
                  </a:lnTo>
                  <a:lnTo>
                    <a:pt x="38289" y="3795"/>
                  </a:lnTo>
                  <a:lnTo>
                    <a:pt x="28722" y="0"/>
                  </a:lnTo>
                  <a:lnTo>
                    <a:pt x="19155" y="3795"/>
                  </a:lnTo>
                  <a:lnTo>
                    <a:pt x="9588" y="0"/>
                  </a:lnTo>
                  <a:lnTo>
                    <a:pt x="1" y="3795"/>
                  </a:ln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8" name="Google Shape;668;p14"/>
            <p:cNvSpPr/>
            <p:nvPr/>
          </p:nvSpPr>
          <p:spPr>
            <a:xfrm>
              <a:off x="798157" y="184198"/>
              <a:ext cx="2950737" cy="147212"/>
            </a:xfrm>
            <a:custGeom>
              <a:avLst/>
              <a:gdLst/>
              <a:ahLst/>
              <a:cxnLst/>
              <a:rect l="l" t="t" r="r" b="b"/>
              <a:pathLst>
                <a:path w="76558" h="3816" fill="none" extrusionOk="0">
                  <a:moveTo>
                    <a:pt x="76558" y="3816"/>
                  </a:moveTo>
                  <a:lnTo>
                    <a:pt x="66991" y="1"/>
                  </a:lnTo>
                  <a:lnTo>
                    <a:pt x="57423" y="3816"/>
                  </a:lnTo>
                  <a:lnTo>
                    <a:pt x="47856" y="1"/>
                  </a:lnTo>
                  <a:lnTo>
                    <a:pt x="38289" y="3816"/>
                  </a:lnTo>
                  <a:lnTo>
                    <a:pt x="28722" y="1"/>
                  </a:lnTo>
                  <a:lnTo>
                    <a:pt x="19155" y="3816"/>
                  </a:lnTo>
                  <a:lnTo>
                    <a:pt x="9588" y="1"/>
                  </a:lnTo>
                  <a:lnTo>
                    <a:pt x="1" y="3816"/>
                  </a:ln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9" name="Google Shape;669;p14"/>
            <p:cNvSpPr/>
            <p:nvPr/>
          </p:nvSpPr>
          <p:spPr>
            <a:xfrm>
              <a:off x="798157" y="-94139"/>
              <a:ext cx="2950737" cy="146440"/>
            </a:xfrm>
            <a:custGeom>
              <a:avLst/>
              <a:gdLst/>
              <a:ahLst/>
              <a:cxnLst/>
              <a:rect l="l" t="t" r="r" b="b"/>
              <a:pathLst>
                <a:path w="76558" h="3796" fill="none" extrusionOk="0">
                  <a:moveTo>
                    <a:pt x="76558" y="3796"/>
                  </a:moveTo>
                  <a:lnTo>
                    <a:pt x="66991" y="1"/>
                  </a:lnTo>
                  <a:lnTo>
                    <a:pt x="57423" y="3796"/>
                  </a:lnTo>
                  <a:lnTo>
                    <a:pt x="47856" y="1"/>
                  </a:lnTo>
                  <a:lnTo>
                    <a:pt x="38289" y="3796"/>
                  </a:lnTo>
                  <a:lnTo>
                    <a:pt x="28722" y="1"/>
                  </a:lnTo>
                  <a:lnTo>
                    <a:pt x="19155" y="3796"/>
                  </a:lnTo>
                  <a:lnTo>
                    <a:pt x="9588" y="1"/>
                  </a:lnTo>
                  <a:lnTo>
                    <a:pt x="1" y="3796"/>
                  </a:ln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670" name="Google Shape;670;p14"/>
          <p:cNvSpPr/>
          <p:nvPr/>
        </p:nvSpPr>
        <p:spPr>
          <a:xfrm flipH="1">
            <a:off x="7188800" y="-4900"/>
            <a:ext cx="5003200" cy="6863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671" name="Google Shape;671;p14"/>
          <p:cNvGrpSpPr/>
          <p:nvPr/>
        </p:nvGrpSpPr>
        <p:grpSpPr>
          <a:xfrm>
            <a:off x="349" y="4467367"/>
            <a:ext cx="7188632" cy="2393200"/>
            <a:chOff x="238" y="3350525"/>
            <a:chExt cx="2647812" cy="1794900"/>
          </a:xfrm>
        </p:grpSpPr>
        <p:sp>
          <p:nvSpPr>
            <p:cNvPr id="672" name="Google Shape;672;p14"/>
            <p:cNvSpPr/>
            <p:nvPr/>
          </p:nvSpPr>
          <p:spPr>
            <a:xfrm>
              <a:off x="250" y="3350525"/>
              <a:ext cx="2647800" cy="1794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673" name="Google Shape;673;p14"/>
            <p:cNvGrpSpPr/>
            <p:nvPr/>
          </p:nvGrpSpPr>
          <p:grpSpPr>
            <a:xfrm flipH="1">
              <a:off x="238" y="3477538"/>
              <a:ext cx="2647742" cy="1543447"/>
              <a:chOff x="4823024" y="3477260"/>
              <a:chExt cx="2971318" cy="1543447"/>
            </a:xfrm>
          </p:grpSpPr>
          <p:sp>
            <p:nvSpPr>
              <p:cNvPr id="674" name="Google Shape;674;p14"/>
              <p:cNvSpPr/>
              <p:nvPr/>
            </p:nvSpPr>
            <p:spPr>
              <a:xfrm>
                <a:off x="4823024" y="3477260"/>
                <a:ext cx="2971318" cy="39"/>
              </a:xfrm>
              <a:custGeom>
                <a:avLst/>
                <a:gdLst/>
                <a:ahLst/>
                <a:cxnLst/>
                <a:rect l="l" t="t" r="r" b="b"/>
                <a:pathLst>
                  <a:path w="77092" h="1" fill="none" extrusionOk="0">
                    <a:moveTo>
                      <a:pt x="0" y="1"/>
                    </a:moveTo>
                    <a:lnTo>
                      <a:pt x="77091" y="1"/>
                    </a:lnTo>
                  </a:path>
                </a:pathLst>
              </a:custGeom>
              <a:noFill/>
              <a:ln w="4450" cap="flat" cmpd="sng">
                <a:solidFill>
                  <a:srgbClr val="0B0B0B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75" name="Google Shape;675;p14"/>
              <p:cNvSpPr/>
              <p:nvPr/>
            </p:nvSpPr>
            <p:spPr>
              <a:xfrm>
                <a:off x="4823024" y="3617567"/>
                <a:ext cx="2971318" cy="39"/>
              </a:xfrm>
              <a:custGeom>
                <a:avLst/>
                <a:gdLst/>
                <a:ahLst/>
                <a:cxnLst/>
                <a:rect l="l" t="t" r="r" b="b"/>
                <a:pathLst>
                  <a:path w="77092" h="1" fill="none" extrusionOk="0">
                    <a:moveTo>
                      <a:pt x="0" y="1"/>
                    </a:moveTo>
                    <a:lnTo>
                      <a:pt x="77091" y="1"/>
                    </a:lnTo>
                  </a:path>
                </a:pathLst>
              </a:custGeom>
              <a:noFill/>
              <a:ln w="4450" cap="flat" cmpd="sng">
                <a:solidFill>
                  <a:srgbClr val="0B0B0B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76" name="Google Shape;676;p14"/>
              <p:cNvSpPr/>
              <p:nvPr/>
            </p:nvSpPr>
            <p:spPr>
              <a:xfrm>
                <a:off x="4823024" y="3757912"/>
                <a:ext cx="2971318" cy="39"/>
              </a:xfrm>
              <a:custGeom>
                <a:avLst/>
                <a:gdLst/>
                <a:ahLst/>
                <a:cxnLst/>
                <a:rect l="l" t="t" r="r" b="b"/>
                <a:pathLst>
                  <a:path w="77092" h="1" fill="none" extrusionOk="0">
                    <a:moveTo>
                      <a:pt x="0" y="0"/>
                    </a:moveTo>
                    <a:lnTo>
                      <a:pt x="77091" y="0"/>
                    </a:lnTo>
                  </a:path>
                </a:pathLst>
              </a:custGeom>
              <a:noFill/>
              <a:ln w="4450" cap="flat" cmpd="sng">
                <a:solidFill>
                  <a:srgbClr val="0B0B0B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77" name="Google Shape;677;p14"/>
              <p:cNvSpPr/>
              <p:nvPr/>
            </p:nvSpPr>
            <p:spPr>
              <a:xfrm>
                <a:off x="4823024" y="3898218"/>
                <a:ext cx="2971318" cy="39"/>
              </a:xfrm>
              <a:custGeom>
                <a:avLst/>
                <a:gdLst/>
                <a:ahLst/>
                <a:cxnLst/>
                <a:rect l="l" t="t" r="r" b="b"/>
                <a:pathLst>
                  <a:path w="77092" h="1" fill="none" extrusionOk="0">
                    <a:moveTo>
                      <a:pt x="0" y="0"/>
                    </a:moveTo>
                    <a:lnTo>
                      <a:pt x="77091" y="0"/>
                    </a:lnTo>
                  </a:path>
                </a:pathLst>
              </a:custGeom>
              <a:noFill/>
              <a:ln w="4450" cap="flat" cmpd="sng">
                <a:solidFill>
                  <a:srgbClr val="0B0B0B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78" name="Google Shape;678;p14"/>
              <p:cNvSpPr/>
              <p:nvPr/>
            </p:nvSpPr>
            <p:spPr>
              <a:xfrm>
                <a:off x="4823024" y="4038524"/>
                <a:ext cx="2971318" cy="39"/>
              </a:xfrm>
              <a:custGeom>
                <a:avLst/>
                <a:gdLst/>
                <a:ahLst/>
                <a:cxnLst/>
                <a:rect l="l" t="t" r="r" b="b"/>
                <a:pathLst>
                  <a:path w="77092" h="1" fill="none" extrusionOk="0">
                    <a:moveTo>
                      <a:pt x="0" y="0"/>
                    </a:moveTo>
                    <a:lnTo>
                      <a:pt x="77091" y="0"/>
                    </a:lnTo>
                  </a:path>
                </a:pathLst>
              </a:custGeom>
              <a:noFill/>
              <a:ln w="4450" cap="flat" cmpd="sng">
                <a:solidFill>
                  <a:srgbClr val="0B0B0B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79" name="Google Shape;679;p14"/>
              <p:cNvSpPr/>
              <p:nvPr/>
            </p:nvSpPr>
            <p:spPr>
              <a:xfrm>
                <a:off x="4823024" y="4178831"/>
                <a:ext cx="2971318" cy="39"/>
              </a:xfrm>
              <a:custGeom>
                <a:avLst/>
                <a:gdLst/>
                <a:ahLst/>
                <a:cxnLst/>
                <a:rect l="l" t="t" r="r" b="b"/>
                <a:pathLst>
                  <a:path w="77092" h="1" fill="none" extrusionOk="0">
                    <a:moveTo>
                      <a:pt x="0" y="0"/>
                    </a:moveTo>
                    <a:lnTo>
                      <a:pt x="77091" y="0"/>
                    </a:lnTo>
                  </a:path>
                </a:pathLst>
              </a:custGeom>
              <a:noFill/>
              <a:ln w="4450" cap="flat" cmpd="sng">
                <a:solidFill>
                  <a:srgbClr val="0B0B0B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80" name="Google Shape;680;p14"/>
              <p:cNvSpPr/>
              <p:nvPr/>
            </p:nvSpPr>
            <p:spPr>
              <a:xfrm>
                <a:off x="4823024" y="4319137"/>
                <a:ext cx="2971318" cy="39"/>
              </a:xfrm>
              <a:custGeom>
                <a:avLst/>
                <a:gdLst/>
                <a:ahLst/>
                <a:cxnLst/>
                <a:rect l="l" t="t" r="r" b="b"/>
                <a:pathLst>
                  <a:path w="77092" h="1" fill="none" extrusionOk="0">
                    <a:moveTo>
                      <a:pt x="0" y="0"/>
                    </a:moveTo>
                    <a:lnTo>
                      <a:pt x="77091" y="0"/>
                    </a:lnTo>
                  </a:path>
                </a:pathLst>
              </a:custGeom>
              <a:noFill/>
              <a:ln w="4450" cap="flat" cmpd="sng">
                <a:solidFill>
                  <a:srgbClr val="0B0B0B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81" name="Google Shape;681;p14"/>
              <p:cNvSpPr/>
              <p:nvPr/>
            </p:nvSpPr>
            <p:spPr>
              <a:xfrm>
                <a:off x="4823024" y="4459444"/>
                <a:ext cx="2971318" cy="39"/>
              </a:xfrm>
              <a:custGeom>
                <a:avLst/>
                <a:gdLst/>
                <a:ahLst/>
                <a:cxnLst/>
                <a:rect l="l" t="t" r="r" b="b"/>
                <a:pathLst>
                  <a:path w="77092" h="1" fill="none" extrusionOk="0">
                    <a:moveTo>
                      <a:pt x="0" y="1"/>
                    </a:moveTo>
                    <a:lnTo>
                      <a:pt x="77091" y="1"/>
                    </a:lnTo>
                  </a:path>
                </a:pathLst>
              </a:custGeom>
              <a:noFill/>
              <a:ln w="4450" cap="flat" cmpd="sng">
                <a:solidFill>
                  <a:srgbClr val="0B0B0B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82" name="Google Shape;682;p14"/>
              <p:cNvSpPr/>
              <p:nvPr/>
            </p:nvSpPr>
            <p:spPr>
              <a:xfrm>
                <a:off x="4823024" y="4599750"/>
                <a:ext cx="2971318" cy="39"/>
              </a:xfrm>
              <a:custGeom>
                <a:avLst/>
                <a:gdLst/>
                <a:ahLst/>
                <a:cxnLst/>
                <a:rect l="l" t="t" r="r" b="b"/>
                <a:pathLst>
                  <a:path w="77092" h="1" fill="none" extrusionOk="0">
                    <a:moveTo>
                      <a:pt x="0" y="1"/>
                    </a:moveTo>
                    <a:lnTo>
                      <a:pt x="77091" y="1"/>
                    </a:lnTo>
                  </a:path>
                </a:pathLst>
              </a:custGeom>
              <a:noFill/>
              <a:ln w="4450" cap="flat" cmpd="sng">
                <a:solidFill>
                  <a:srgbClr val="0B0B0B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83" name="Google Shape;683;p14"/>
              <p:cNvSpPr/>
              <p:nvPr/>
            </p:nvSpPr>
            <p:spPr>
              <a:xfrm>
                <a:off x="4823024" y="4740056"/>
                <a:ext cx="2971318" cy="39"/>
              </a:xfrm>
              <a:custGeom>
                <a:avLst/>
                <a:gdLst/>
                <a:ahLst/>
                <a:cxnLst/>
                <a:rect l="l" t="t" r="r" b="b"/>
                <a:pathLst>
                  <a:path w="77092" h="1" fill="none" extrusionOk="0">
                    <a:moveTo>
                      <a:pt x="0" y="1"/>
                    </a:moveTo>
                    <a:lnTo>
                      <a:pt x="77091" y="1"/>
                    </a:lnTo>
                  </a:path>
                </a:pathLst>
              </a:custGeom>
              <a:noFill/>
              <a:ln w="4450" cap="flat" cmpd="sng">
                <a:solidFill>
                  <a:srgbClr val="0B0B0B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84" name="Google Shape;684;p14"/>
              <p:cNvSpPr/>
              <p:nvPr/>
            </p:nvSpPr>
            <p:spPr>
              <a:xfrm>
                <a:off x="4823024" y="4880363"/>
                <a:ext cx="2971318" cy="39"/>
              </a:xfrm>
              <a:custGeom>
                <a:avLst/>
                <a:gdLst/>
                <a:ahLst/>
                <a:cxnLst/>
                <a:rect l="l" t="t" r="r" b="b"/>
                <a:pathLst>
                  <a:path w="77092" h="1" fill="none" extrusionOk="0">
                    <a:moveTo>
                      <a:pt x="0" y="1"/>
                    </a:moveTo>
                    <a:lnTo>
                      <a:pt x="77091" y="1"/>
                    </a:lnTo>
                  </a:path>
                </a:pathLst>
              </a:custGeom>
              <a:noFill/>
              <a:ln w="4450" cap="flat" cmpd="sng">
                <a:solidFill>
                  <a:srgbClr val="0B0B0B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85" name="Google Shape;685;p14"/>
              <p:cNvSpPr/>
              <p:nvPr/>
            </p:nvSpPr>
            <p:spPr>
              <a:xfrm>
                <a:off x="4823024" y="5020669"/>
                <a:ext cx="2971318" cy="39"/>
              </a:xfrm>
              <a:custGeom>
                <a:avLst/>
                <a:gdLst/>
                <a:ahLst/>
                <a:cxnLst/>
                <a:rect l="l" t="t" r="r" b="b"/>
                <a:pathLst>
                  <a:path w="77092" h="1" fill="none" extrusionOk="0">
                    <a:moveTo>
                      <a:pt x="0" y="1"/>
                    </a:moveTo>
                    <a:lnTo>
                      <a:pt x="77091" y="1"/>
                    </a:lnTo>
                  </a:path>
                </a:pathLst>
              </a:custGeom>
              <a:noFill/>
              <a:ln w="4450" cap="flat" cmpd="sng">
                <a:solidFill>
                  <a:srgbClr val="0B0B0B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sp>
        <p:nvSpPr>
          <p:cNvPr id="686" name="Google Shape;686;p14"/>
          <p:cNvSpPr/>
          <p:nvPr/>
        </p:nvSpPr>
        <p:spPr>
          <a:xfrm>
            <a:off x="1163200" y="817967"/>
            <a:ext cx="10176400" cy="5419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87" name="Google Shape;687;p14"/>
          <p:cNvSpPr/>
          <p:nvPr/>
        </p:nvSpPr>
        <p:spPr>
          <a:xfrm>
            <a:off x="960000" y="720000"/>
            <a:ext cx="10278000" cy="54192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88" name="Google Shape;688;p14"/>
          <p:cNvSpPr txBox="1">
            <a:spLocks noGrp="1"/>
          </p:cNvSpPr>
          <p:nvPr>
            <p:ph type="title"/>
          </p:nvPr>
        </p:nvSpPr>
        <p:spPr>
          <a:xfrm>
            <a:off x="960000" y="1036320"/>
            <a:ext cx="10278000" cy="8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89" name="Google Shape;689;p14"/>
          <p:cNvSpPr txBox="1">
            <a:spLocks noGrp="1"/>
          </p:cNvSpPr>
          <p:nvPr>
            <p:ph type="subTitle" idx="1"/>
          </p:nvPr>
        </p:nvSpPr>
        <p:spPr>
          <a:xfrm>
            <a:off x="1219099" y="3784567"/>
            <a:ext cx="2831200" cy="49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90" name="Google Shape;690;p14"/>
          <p:cNvSpPr txBox="1">
            <a:spLocks noGrp="1"/>
          </p:cNvSpPr>
          <p:nvPr>
            <p:ph type="subTitle" idx="2"/>
          </p:nvPr>
        </p:nvSpPr>
        <p:spPr>
          <a:xfrm>
            <a:off x="1219100" y="4279867"/>
            <a:ext cx="2831200" cy="124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1pPr>
            <a:lvl2pPr lvl="1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91" name="Google Shape;691;p14"/>
          <p:cNvSpPr txBox="1">
            <a:spLocks noGrp="1"/>
          </p:cNvSpPr>
          <p:nvPr>
            <p:ph type="subTitle" idx="3"/>
          </p:nvPr>
        </p:nvSpPr>
        <p:spPr>
          <a:xfrm>
            <a:off x="4680400" y="3784567"/>
            <a:ext cx="2831200" cy="49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92" name="Google Shape;692;p14"/>
          <p:cNvSpPr txBox="1">
            <a:spLocks noGrp="1"/>
          </p:cNvSpPr>
          <p:nvPr>
            <p:ph type="subTitle" idx="4"/>
          </p:nvPr>
        </p:nvSpPr>
        <p:spPr>
          <a:xfrm>
            <a:off x="4680400" y="4279867"/>
            <a:ext cx="2831200" cy="124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1pPr>
            <a:lvl2pPr lvl="1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93" name="Google Shape;693;p14"/>
          <p:cNvSpPr txBox="1">
            <a:spLocks noGrp="1"/>
          </p:cNvSpPr>
          <p:nvPr>
            <p:ph type="subTitle" idx="5"/>
          </p:nvPr>
        </p:nvSpPr>
        <p:spPr>
          <a:xfrm>
            <a:off x="8141701" y="3784567"/>
            <a:ext cx="2831200" cy="49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94" name="Google Shape;694;p14"/>
          <p:cNvSpPr txBox="1">
            <a:spLocks noGrp="1"/>
          </p:cNvSpPr>
          <p:nvPr>
            <p:ph type="subTitle" idx="6"/>
          </p:nvPr>
        </p:nvSpPr>
        <p:spPr>
          <a:xfrm>
            <a:off x="8141701" y="4279867"/>
            <a:ext cx="2831200" cy="124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1pPr>
            <a:lvl2pPr lvl="1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95" name="Google Shape;695;p14"/>
          <p:cNvSpPr txBox="1">
            <a:spLocks noGrp="1"/>
          </p:cNvSpPr>
          <p:nvPr>
            <p:ph type="title" idx="7" hasCustomPrompt="1"/>
          </p:nvPr>
        </p:nvSpPr>
        <p:spPr>
          <a:xfrm>
            <a:off x="2253100" y="2615300"/>
            <a:ext cx="763200" cy="7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Open Sans"/>
              <a:buNone/>
              <a:defRPr sz="4000">
                <a:latin typeface="Open Sans"/>
                <a:ea typeface="Open Sans"/>
                <a:cs typeface="Open Sans"/>
                <a:sym typeface="Open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Open Sans"/>
              <a:buNone/>
              <a:defRPr sz="4000">
                <a:latin typeface="Open Sans"/>
                <a:ea typeface="Open Sans"/>
                <a:cs typeface="Open Sans"/>
                <a:sym typeface="Open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Open Sans"/>
              <a:buNone/>
              <a:defRPr sz="4000">
                <a:latin typeface="Open Sans"/>
                <a:ea typeface="Open Sans"/>
                <a:cs typeface="Open Sans"/>
                <a:sym typeface="Open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Open Sans"/>
              <a:buNone/>
              <a:defRPr sz="4000">
                <a:latin typeface="Open Sans"/>
                <a:ea typeface="Open Sans"/>
                <a:cs typeface="Open Sans"/>
                <a:sym typeface="Open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Open Sans"/>
              <a:buNone/>
              <a:defRPr sz="4000">
                <a:latin typeface="Open Sans"/>
                <a:ea typeface="Open Sans"/>
                <a:cs typeface="Open Sans"/>
                <a:sym typeface="Open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Open Sans"/>
              <a:buNone/>
              <a:defRPr sz="4000">
                <a:latin typeface="Open Sans"/>
                <a:ea typeface="Open Sans"/>
                <a:cs typeface="Open Sans"/>
                <a:sym typeface="Open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Open Sans"/>
              <a:buNone/>
              <a:defRPr sz="4000">
                <a:latin typeface="Open Sans"/>
                <a:ea typeface="Open Sans"/>
                <a:cs typeface="Open Sans"/>
                <a:sym typeface="Open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Open Sans"/>
              <a:buNone/>
              <a:defRPr sz="4000"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t>xx%</a:t>
            </a:r>
          </a:p>
        </p:txBody>
      </p:sp>
      <p:sp>
        <p:nvSpPr>
          <p:cNvPr id="696" name="Google Shape;696;p14"/>
          <p:cNvSpPr txBox="1">
            <a:spLocks noGrp="1"/>
          </p:cNvSpPr>
          <p:nvPr>
            <p:ph type="title" idx="8" hasCustomPrompt="1"/>
          </p:nvPr>
        </p:nvSpPr>
        <p:spPr>
          <a:xfrm>
            <a:off x="5714400" y="2615300"/>
            <a:ext cx="763200" cy="7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Open Sans"/>
              <a:buNone/>
              <a:defRPr sz="4000">
                <a:latin typeface="Open Sans"/>
                <a:ea typeface="Open Sans"/>
                <a:cs typeface="Open Sans"/>
                <a:sym typeface="Open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Open Sans"/>
              <a:buNone/>
              <a:defRPr sz="4000">
                <a:latin typeface="Open Sans"/>
                <a:ea typeface="Open Sans"/>
                <a:cs typeface="Open Sans"/>
                <a:sym typeface="Open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Open Sans"/>
              <a:buNone/>
              <a:defRPr sz="4000">
                <a:latin typeface="Open Sans"/>
                <a:ea typeface="Open Sans"/>
                <a:cs typeface="Open Sans"/>
                <a:sym typeface="Open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Open Sans"/>
              <a:buNone/>
              <a:defRPr sz="4000">
                <a:latin typeface="Open Sans"/>
                <a:ea typeface="Open Sans"/>
                <a:cs typeface="Open Sans"/>
                <a:sym typeface="Open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Open Sans"/>
              <a:buNone/>
              <a:defRPr sz="4000">
                <a:latin typeface="Open Sans"/>
                <a:ea typeface="Open Sans"/>
                <a:cs typeface="Open Sans"/>
                <a:sym typeface="Open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Open Sans"/>
              <a:buNone/>
              <a:defRPr sz="4000">
                <a:latin typeface="Open Sans"/>
                <a:ea typeface="Open Sans"/>
                <a:cs typeface="Open Sans"/>
                <a:sym typeface="Open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Open Sans"/>
              <a:buNone/>
              <a:defRPr sz="4000">
                <a:latin typeface="Open Sans"/>
                <a:ea typeface="Open Sans"/>
                <a:cs typeface="Open Sans"/>
                <a:sym typeface="Open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Open Sans"/>
              <a:buNone/>
              <a:defRPr sz="4000"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t>xx%</a:t>
            </a:r>
          </a:p>
        </p:txBody>
      </p:sp>
      <p:sp>
        <p:nvSpPr>
          <p:cNvPr id="697" name="Google Shape;697;p14"/>
          <p:cNvSpPr txBox="1">
            <a:spLocks noGrp="1"/>
          </p:cNvSpPr>
          <p:nvPr>
            <p:ph type="title" idx="9" hasCustomPrompt="1"/>
          </p:nvPr>
        </p:nvSpPr>
        <p:spPr>
          <a:xfrm>
            <a:off x="9175700" y="2615300"/>
            <a:ext cx="763200" cy="7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Open Sans"/>
              <a:buNone/>
              <a:defRPr sz="4000">
                <a:latin typeface="Open Sans"/>
                <a:ea typeface="Open Sans"/>
                <a:cs typeface="Open Sans"/>
                <a:sym typeface="Open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Open Sans"/>
              <a:buNone/>
              <a:defRPr sz="4000">
                <a:latin typeface="Open Sans"/>
                <a:ea typeface="Open Sans"/>
                <a:cs typeface="Open Sans"/>
                <a:sym typeface="Open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Open Sans"/>
              <a:buNone/>
              <a:defRPr sz="4000">
                <a:latin typeface="Open Sans"/>
                <a:ea typeface="Open Sans"/>
                <a:cs typeface="Open Sans"/>
                <a:sym typeface="Open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Open Sans"/>
              <a:buNone/>
              <a:defRPr sz="4000">
                <a:latin typeface="Open Sans"/>
                <a:ea typeface="Open Sans"/>
                <a:cs typeface="Open Sans"/>
                <a:sym typeface="Open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Open Sans"/>
              <a:buNone/>
              <a:defRPr sz="4000">
                <a:latin typeface="Open Sans"/>
                <a:ea typeface="Open Sans"/>
                <a:cs typeface="Open Sans"/>
                <a:sym typeface="Open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Open Sans"/>
              <a:buNone/>
              <a:defRPr sz="4000">
                <a:latin typeface="Open Sans"/>
                <a:ea typeface="Open Sans"/>
                <a:cs typeface="Open Sans"/>
                <a:sym typeface="Open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Open Sans"/>
              <a:buNone/>
              <a:defRPr sz="4000">
                <a:latin typeface="Open Sans"/>
                <a:ea typeface="Open Sans"/>
                <a:cs typeface="Open Sans"/>
                <a:sym typeface="Open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Open Sans"/>
              <a:buNone/>
              <a:defRPr sz="4000"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9165340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9" name="Google Shape;699;p15"/>
          <p:cNvGrpSpPr/>
          <p:nvPr/>
        </p:nvGrpSpPr>
        <p:grpSpPr>
          <a:xfrm>
            <a:off x="-399" y="-3034"/>
            <a:ext cx="12192900" cy="6864591"/>
            <a:chOff x="-300" y="-2276"/>
            <a:chExt cx="9144675" cy="5148443"/>
          </a:xfrm>
        </p:grpSpPr>
        <p:grpSp>
          <p:nvGrpSpPr>
            <p:cNvPr id="700" name="Google Shape;700;p15"/>
            <p:cNvGrpSpPr/>
            <p:nvPr/>
          </p:nvGrpSpPr>
          <p:grpSpPr>
            <a:xfrm>
              <a:off x="-170" y="-1888"/>
              <a:ext cx="9144182" cy="5148055"/>
              <a:chOff x="-170" y="-1888"/>
              <a:chExt cx="9144182" cy="5148055"/>
            </a:xfrm>
          </p:grpSpPr>
          <p:sp>
            <p:nvSpPr>
              <p:cNvPr id="701" name="Google Shape;701;p15"/>
              <p:cNvSpPr/>
              <p:nvPr/>
            </p:nvSpPr>
            <p:spPr>
              <a:xfrm flipH="1">
                <a:off x="3143645" y="-1888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02" name="Google Shape;702;p15"/>
              <p:cNvSpPr/>
              <p:nvPr/>
            </p:nvSpPr>
            <p:spPr>
              <a:xfrm flipH="1">
                <a:off x="-170" y="284850"/>
                <a:ext cx="9144164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0"/>
                    </a:moveTo>
                    <a:lnTo>
                      <a:pt x="154953" y="0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03" name="Google Shape;703;p15"/>
              <p:cNvSpPr/>
              <p:nvPr/>
            </p:nvSpPr>
            <p:spPr>
              <a:xfrm flipH="1">
                <a:off x="9143974" y="-1888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04" name="Google Shape;704;p15"/>
              <p:cNvSpPr/>
              <p:nvPr/>
            </p:nvSpPr>
            <p:spPr>
              <a:xfrm flipH="1">
                <a:off x="8858242" y="-1888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05" name="Google Shape;705;p15"/>
              <p:cNvSpPr/>
              <p:nvPr/>
            </p:nvSpPr>
            <p:spPr>
              <a:xfrm flipH="1">
                <a:off x="8572510" y="-1888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06" name="Google Shape;706;p15"/>
              <p:cNvSpPr/>
              <p:nvPr/>
            </p:nvSpPr>
            <p:spPr>
              <a:xfrm flipH="1">
                <a:off x="8286778" y="-1888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07" name="Google Shape;707;p15"/>
              <p:cNvSpPr/>
              <p:nvPr/>
            </p:nvSpPr>
            <p:spPr>
              <a:xfrm flipH="1">
                <a:off x="8001047" y="-1888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08" name="Google Shape;708;p15"/>
              <p:cNvSpPr/>
              <p:nvPr/>
            </p:nvSpPr>
            <p:spPr>
              <a:xfrm flipH="1">
                <a:off x="7715315" y="-1888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09" name="Google Shape;709;p15"/>
              <p:cNvSpPr/>
              <p:nvPr/>
            </p:nvSpPr>
            <p:spPr>
              <a:xfrm flipH="1">
                <a:off x="7429583" y="-1888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10" name="Google Shape;710;p15"/>
              <p:cNvSpPr/>
              <p:nvPr/>
            </p:nvSpPr>
            <p:spPr>
              <a:xfrm flipH="1">
                <a:off x="7143851" y="-1888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11" name="Google Shape;711;p15"/>
              <p:cNvSpPr/>
              <p:nvPr/>
            </p:nvSpPr>
            <p:spPr>
              <a:xfrm rot="10800000" flipH="1">
                <a:off x="6858158" y="-1888"/>
                <a:ext cx="0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12" name="Google Shape;712;p15"/>
              <p:cNvSpPr/>
              <p:nvPr/>
            </p:nvSpPr>
            <p:spPr>
              <a:xfrm flipH="1">
                <a:off x="6572426" y="-1888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13" name="Google Shape;713;p15"/>
              <p:cNvSpPr/>
              <p:nvPr/>
            </p:nvSpPr>
            <p:spPr>
              <a:xfrm flipH="1">
                <a:off x="6286695" y="-1888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14" name="Google Shape;714;p15"/>
              <p:cNvSpPr/>
              <p:nvPr/>
            </p:nvSpPr>
            <p:spPr>
              <a:xfrm flipH="1">
                <a:off x="6000963" y="-1888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15" name="Google Shape;715;p15"/>
              <p:cNvSpPr/>
              <p:nvPr/>
            </p:nvSpPr>
            <p:spPr>
              <a:xfrm flipH="1">
                <a:off x="5715231" y="-1888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16" name="Google Shape;716;p15"/>
              <p:cNvSpPr/>
              <p:nvPr/>
            </p:nvSpPr>
            <p:spPr>
              <a:xfrm flipH="1">
                <a:off x="5429499" y="-1888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17" name="Google Shape;717;p15"/>
              <p:cNvSpPr/>
              <p:nvPr/>
            </p:nvSpPr>
            <p:spPr>
              <a:xfrm flipH="1">
                <a:off x="5143768" y="-1888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18" name="Google Shape;718;p15"/>
              <p:cNvSpPr/>
              <p:nvPr/>
            </p:nvSpPr>
            <p:spPr>
              <a:xfrm flipH="1">
                <a:off x="4858036" y="-1888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19" name="Google Shape;719;p15"/>
              <p:cNvSpPr/>
              <p:nvPr/>
            </p:nvSpPr>
            <p:spPr>
              <a:xfrm flipH="1">
                <a:off x="4572304" y="-1888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0" name="Google Shape;720;p15"/>
              <p:cNvSpPr/>
              <p:nvPr/>
            </p:nvSpPr>
            <p:spPr>
              <a:xfrm flipH="1">
                <a:off x="4286572" y="-1888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1" name="Google Shape;721;p15"/>
              <p:cNvSpPr/>
              <p:nvPr/>
            </p:nvSpPr>
            <p:spPr>
              <a:xfrm flipH="1">
                <a:off x="4000841" y="-1888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2" name="Google Shape;722;p15"/>
              <p:cNvSpPr/>
              <p:nvPr/>
            </p:nvSpPr>
            <p:spPr>
              <a:xfrm flipH="1">
                <a:off x="3715109" y="-1888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3" name="Google Shape;723;p15"/>
              <p:cNvSpPr/>
              <p:nvPr/>
            </p:nvSpPr>
            <p:spPr>
              <a:xfrm flipH="1">
                <a:off x="3429377" y="-1888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4" name="Google Shape;724;p15"/>
              <p:cNvSpPr/>
              <p:nvPr/>
            </p:nvSpPr>
            <p:spPr>
              <a:xfrm flipH="1">
                <a:off x="-170" y="2858472"/>
                <a:ext cx="9144164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0"/>
                    </a:moveTo>
                    <a:lnTo>
                      <a:pt x="154953" y="0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5" name="Google Shape;725;p15"/>
              <p:cNvSpPr/>
              <p:nvPr/>
            </p:nvSpPr>
            <p:spPr>
              <a:xfrm flipH="1">
                <a:off x="-170" y="2572497"/>
                <a:ext cx="9144164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1"/>
                    </a:moveTo>
                    <a:lnTo>
                      <a:pt x="154953" y="1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6" name="Google Shape;726;p15"/>
              <p:cNvSpPr/>
              <p:nvPr/>
            </p:nvSpPr>
            <p:spPr>
              <a:xfrm flipH="1">
                <a:off x="-170" y="2286561"/>
                <a:ext cx="9144164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0"/>
                    </a:moveTo>
                    <a:lnTo>
                      <a:pt x="154953" y="0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7" name="Google Shape;727;p15"/>
              <p:cNvSpPr/>
              <p:nvPr/>
            </p:nvSpPr>
            <p:spPr>
              <a:xfrm flipH="1">
                <a:off x="-170" y="2000585"/>
                <a:ext cx="9144164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0"/>
                    </a:moveTo>
                    <a:lnTo>
                      <a:pt x="154953" y="0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8" name="Google Shape;728;p15"/>
              <p:cNvSpPr/>
              <p:nvPr/>
            </p:nvSpPr>
            <p:spPr>
              <a:xfrm flipH="1">
                <a:off x="-170" y="1714610"/>
                <a:ext cx="9144164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1"/>
                    </a:moveTo>
                    <a:lnTo>
                      <a:pt x="154953" y="1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9" name="Google Shape;729;p15"/>
              <p:cNvSpPr/>
              <p:nvPr/>
            </p:nvSpPr>
            <p:spPr>
              <a:xfrm flipH="1">
                <a:off x="-170" y="1428674"/>
                <a:ext cx="9144164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0"/>
                    </a:moveTo>
                    <a:lnTo>
                      <a:pt x="154953" y="0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30" name="Google Shape;730;p15"/>
              <p:cNvSpPr/>
              <p:nvPr/>
            </p:nvSpPr>
            <p:spPr>
              <a:xfrm flipH="1">
                <a:off x="-170" y="4287500"/>
                <a:ext cx="9144164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0"/>
                    </a:moveTo>
                    <a:lnTo>
                      <a:pt x="154953" y="0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31" name="Google Shape;731;p15"/>
              <p:cNvSpPr/>
              <p:nvPr/>
            </p:nvSpPr>
            <p:spPr>
              <a:xfrm flipH="1">
                <a:off x="-170" y="4001524"/>
                <a:ext cx="9144164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1"/>
                    </a:moveTo>
                    <a:lnTo>
                      <a:pt x="154953" y="1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32" name="Google Shape;732;p15"/>
              <p:cNvSpPr/>
              <p:nvPr/>
            </p:nvSpPr>
            <p:spPr>
              <a:xfrm flipH="1">
                <a:off x="-170" y="3716321"/>
                <a:ext cx="9144164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1"/>
                    </a:moveTo>
                    <a:lnTo>
                      <a:pt x="154953" y="1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33" name="Google Shape;733;p15"/>
              <p:cNvSpPr/>
              <p:nvPr/>
            </p:nvSpPr>
            <p:spPr>
              <a:xfrm flipH="1">
                <a:off x="-170" y="3430384"/>
                <a:ext cx="9144164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0"/>
                    </a:moveTo>
                    <a:lnTo>
                      <a:pt x="154953" y="0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34" name="Google Shape;734;p15"/>
              <p:cNvSpPr/>
              <p:nvPr/>
            </p:nvSpPr>
            <p:spPr>
              <a:xfrm flipH="1">
                <a:off x="-170" y="4859411"/>
                <a:ext cx="9144164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0"/>
                    </a:moveTo>
                    <a:lnTo>
                      <a:pt x="154953" y="0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35" name="Google Shape;735;p15"/>
              <p:cNvSpPr/>
              <p:nvPr/>
            </p:nvSpPr>
            <p:spPr>
              <a:xfrm flipH="1">
                <a:off x="-170" y="4573436"/>
                <a:ext cx="9144164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1"/>
                    </a:moveTo>
                    <a:lnTo>
                      <a:pt x="154953" y="1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36" name="Google Shape;736;p15"/>
              <p:cNvSpPr/>
              <p:nvPr/>
            </p:nvSpPr>
            <p:spPr>
              <a:xfrm flipH="1">
                <a:off x="-170" y="3144409"/>
                <a:ext cx="9144164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1"/>
                    </a:moveTo>
                    <a:lnTo>
                      <a:pt x="154953" y="1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37" name="Google Shape;737;p15"/>
              <p:cNvSpPr/>
              <p:nvPr/>
            </p:nvSpPr>
            <p:spPr>
              <a:xfrm flipH="1">
                <a:off x="-170" y="1142698"/>
                <a:ext cx="9144164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1"/>
                    </a:moveTo>
                    <a:lnTo>
                      <a:pt x="154953" y="1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38" name="Google Shape;738;p15"/>
              <p:cNvSpPr/>
              <p:nvPr/>
            </p:nvSpPr>
            <p:spPr>
              <a:xfrm flipH="1">
                <a:off x="-170" y="856762"/>
                <a:ext cx="9144164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0"/>
                    </a:moveTo>
                    <a:lnTo>
                      <a:pt x="154953" y="0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39" name="Google Shape;739;p15"/>
              <p:cNvSpPr/>
              <p:nvPr/>
            </p:nvSpPr>
            <p:spPr>
              <a:xfrm flipH="1">
                <a:off x="-170" y="570787"/>
                <a:ext cx="9144164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1"/>
                    </a:moveTo>
                    <a:lnTo>
                      <a:pt x="154953" y="1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40" name="Google Shape;740;p15"/>
              <p:cNvSpPr/>
              <p:nvPr/>
            </p:nvSpPr>
            <p:spPr>
              <a:xfrm flipH="1">
                <a:off x="572060" y="-1113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41" name="Google Shape;741;p15"/>
              <p:cNvSpPr/>
              <p:nvPr/>
            </p:nvSpPr>
            <p:spPr>
              <a:xfrm flipH="1">
                <a:off x="2857914" y="-1113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42" name="Google Shape;742;p15"/>
              <p:cNvSpPr/>
              <p:nvPr/>
            </p:nvSpPr>
            <p:spPr>
              <a:xfrm flipH="1">
                <a:off x="2572182" y="-1113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43" name="Google Shape;743;p15"/>
              <p:cNvSpPr/>
              <p:nvPr/>
            </p:nvSpPr>
            <p:spPr>
              <a:xfrm flipH="1">
                <a:off x="2286450" y="-1113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44" name="Google Shape;744;p15"/>
              <p:cNvSpPr/>
              <p:nvPr/>
            </p:nvSpPr>
            <p:spPr>
              <a:xfrm flipH="1">
                <a:off x="2000718" y="-1113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45" name="Google Shape;745;p15"/>
              <p:cNvSpPr/>
              <p:nvPr/>
            </p:nvSpPr>
            <p:spPr>
              <a:xfrm flipH="1">
                <a:off x="1714987" y="-1113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46" name="Google Shape;746;p15"/>
              <p:cNvSpPr/>
              <p:nvPr/>
            </p:nvSpPr>
            <p:spPr>
              <a:xfrm flipH="1">
                <a:off x="1429255" y="-1113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47" name="Google Shape;747;p15"/>
              <p:cNvSpPr/>
              <p:nvPr/>
            </p:nvSpPr>
            <p:spPr>
              <a:xfrm flipH="1">
                <a:off x="1143523" y="-1113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48" name="Google Shape;748;p15"/>
              <p:cNvSpPr/>
              <p:nvPr/>
            </p:nvSpPr>
            <p:spPr>
              <a:xfrm flipH="1">
                <a:off x="857791" y="-1113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49" name="Google Shape;749;p15"/>
              <p:cNvSpPr/>
              <p:nvPr/>
            </p:nvSpPr>
            <p:spPr>
              <a:xfrm flipH="1">
                <a:off x="596" y="-1888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50" name="Google Shape;750;p15"/>
              <p:cNvSpPr/>
              <p:nvPr/>
            </p:nvSpPr>
            <p:spPr>
              <a:xfrm flipH="1">
                <a:off x="286328" y="-1113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sp>
          <p:nvSpPr>
            <p:cNvPr id="751" name="Google Shape;751;p15"/>
            <p:cNvSpPr/>
            <p:nvPr/>
          </p:nvSpPr>
          <p:spPr>
            <a:xfrm rot="10800000">
              <a:off x="-300" y="-2113"/>
              <a:ext cx="1039200" cy="5147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752" name="Google Shape;752;p15"/>
            <p:cNvGrpSpPr/>
            <p:nvPr/>
          </p:nvGrpSpPr>
          <p:grpSpPr>
            <a:xfrm>
              <a:off x="4698380" y="2525"/>
              <a:ext cx="4445252" cy="5143500"/>
              <a:chOff x="4419425" y="2525"/>
              <a:chExt cx="4724468" cy="5143500"/>
            </a:xfrm>
          </p:grpSpPr>
          <p:sp>
            <p:nvSpPr>
              <p:cNvPr id="753" name="Google Shape;753;p15"/>
              <p:cNvSpPr/>
              <p:nvPr/>
            </p:nvSpPr>
            <p:spPr>
              <a:xfrm>
                <a:off x="4419425" y="2525"/>
                <a:ext cx="4724400" cy="51435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grpSp>
            <p:nvGrpSpPr>
              <p:cNvPr id="754" name="Google Shape;754;p15"/>
              <p:cNvGrpSpPr/>
              <p:nvPr/>
            </p:nvGrpSpPr>
            <p:grpSpPr>
              <a:xfrm>
                <a:off x="4419496" y="3477572"/>
                <a:ext cx="4724396" cy="1543447"/>
                <a:chOff x="4823024" y="3477260"/>
                <a:chExt cx="2971318" cy="1543447"/>
              </a:xfrm>
            </p:grpSpPr>
            <p:sp>
              <p:nvSpPr>
                <p:cNvPr id="755" name="Google Shape;755;p15"/>
                <p:cNvSpPr/>
                <p:nvPr/>
              </p:nvSpPr>
              <p:spPr>
                <a:xfrm>
                  <a:off x="4823024" y="3477260"/>
                  <a:ext cx="2971318" cy="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092" h="1" fill="none" extrusionOk="0">
                      <a:moveTo>
                        <a:pt x="0" y="1"/>
                      </a:moveTo>
                      <a:lnTo>
                        <a:pt x="77091" y="1"/>
                      </a:lnTo>
                    </a:path>
                  </a:pathLst>
                </a:custGeom>
                <a:solidFill>
                  <a:srgbClr val="FFFFFF"/>
                </a:solidFill>
                <a:ln w="4450" cap="flat" cmpd="sng">
                  <a:solidFill>
                    <a:srgbClr val="0B0B0B"/>
                  </a:solidFill>
                  <a:prstDash val="solid"/>
                  <a:miter lim="1976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756" name="Google Shape;756;p15"/>
                <p:cNvSpPr/>
                <p:nvPr/>
              </p:nvSpPr>
              <p:spPr>
                <a:xfrm>
                  <a:off x="4823024" y="3617567"/>
                  <a:ext cx="2971318" cy="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092" h="1" fill="none" extrusionOk="0">
                      <a:moveTo>
                        <a:pt x="0" y="1"/>
                      </a:moveTo>
                      <a:lnTo>
                        <a:pt x="77091" y="1"/>
                      </a:lnTo>
                    </a:path>
                  </a:pathLst>
                </a:custGeom>
                <a:solidFill>
                  <a:srgbClr val="FFFFFF"/>
                </a:solidFill>
                <a:ln w="4450" cap="flat" cmpd="sng">
                  <a:solidFill>
                    <a:srgbClr val="0B0B0B"/>
                  </a:solidFill>
                  <a:prstDash val="solid"/>
                  <a:miter lim="1976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757" name="Google Shape;757;p15"/>
                <p:cNvSpPr/>
                <p:nvPr/>
              </p:nvSpPr>
              <p:spPr>
                <a:xfrm>
                  <a:off x="4823024" y="3757912"/>
                  <a:ext cx="2971318" cy="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092" h="1" fill="none" extrusionOk="0">
                      <a:moveTo>
                        <a:pt x="0" y="0"/>
                      </a:moveTo>
                      <a:lnTo>
                        <a:pt x="77091" y="0"/>
                      </a:lnTo>
                    </a:path>
                  </a:pathLst>
                </a:custGeom>
                <a:solidFill>
                  <a:srgbClr val="FFFFFF"/>
                </a:solidFill>
                <a:ln w="4450" cap="flat" cmpd="sng">
                  <a:solidFill>
                    <a:srgbClr val="0B0B0B"/>
                  </a:solidFill>
                  <a:prstDash val="solid"/>
                  <a:miter lim="1976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758" name="Google Shape;758;p15"/>
                <p:cNvSpPr/>
                <p:nvPr/>
              </p:nvSpPr>
              <p:spPr>
                <a:xfrm>
                  <a:off x="4823024" y="3898218"/>
                  <a:ext cx="2971318" cy="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092" h="1" fill="none" extrusionOk="0">
                      <a:moveTo>
                        <a:pt x="0" y="0"/>
                      </a:moveTo>
                      <a:lnTo>
                        <a:pt x="77091" y="0"/>
                      </a:lnTo>
                    </a:path>
                  </a:pathLst>
                </a:custGeom>
                <a:solidFill>
                  <a:srgbClr val="FFFFFF"/>
                </a:solidFill>
                <a:ln w="4450" cap="flat" cmpd="sng">
                  <a:solidFill>
                    <a:srgbClr val="0B0B0B"/>
                  </a:solidFill>
                  <a:prstDash val="solid"/>
                  <a:miter lim="1976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759" name="Google Shape;759;p15"/>
                <p:cNvSpPr/>
                <p:nvPr/>
              </p:nvSpPr>
              <p:spPr>
                <a:xfrm>
                  <a:off x="4823024" y="4038524"/>
                  <a:ext cx="2971318" cy="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092" h="1" fill="none" extrusionOk="0">
                      <a:moveTo>
                        <a:pt x="0" y="0"/>
                      </a:moveTo>
                      <a:lnTo>
                        <a:pt x="77091" y="0"/>
                      </a:lnTo>
                    </a:path>
                  </a:pathLst>
                </a:custGeom>
                <a:solidFill>
                  <a:srgbClr val="FFFFFF"/>
                </a:solidFill>
                <a:ln w="4450" cap="flat" cmpd="sng">
                  <a:solidFill>
                    <a:srgbClr val="0B0B0B"/>
                  </a:solidFill>
                  <a:prstDash val="solid"/>
                  <a:miter lim="1976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760" name="Google Shape;760;p15"/>
                <p:cNvSpPr/>
                <p:nvPr/>
              </p:nvSpPr>
              <p:spPr>
                <a:xfrm>
                  <a:off x="4823024" y="4178831"/>
                  <a:ext cx="2971318" cy="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092" h="1" fill="none" extrusionOk="0">
                      <a:moveTo>
                        <a:pt x="0" y="0"/>
                      </a:moveTo>
                      <a:lnTo>
                        <a:pt x="77091" y="0"/>
                      </a:lnTo>
                    </a:path>
                  </a:pathLst>
                </a:custGeom>
                <a:solidFill>
                  <a:srgbClr val="FFFFFF"/>
                </a:solidFill>
                <a:ln w="4450" cap="flat" cmpd="sng">
                  <a:solidFill>
                    <a:srgbClr val="0B0B0B"/>
                  </a:solidFill>
                  <a:prstDash val="solid"/>
                  <a:miter lim="1976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761" name="Google Shape;761;p15"/>
                <p:cNvSpPr/>
                <p:nvPr/>
              </p:nvSpPr>
              <p:spPr>
                <a:xfrm>
                  <a:off x="4823024" y="4319137"/>
                  <a:ext cx="2971318" cy="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092" h="1" fill="none" extrusionOk="0">
                      <a:moveTo>
                        <a:pt x="0" y="0"/>
                      </a:moveTo>
                      <a:lnTo>
                        <a:pt x="77091" y="0"/>
                      </a:lnTo>
                    </a:path>
                  </a:pathLst>
                </a:custGeom>
                <a:solidFill>
                  <a:srgbClr val="FFFFFF"/>
                </a:solidFill>
                <a:ln w="4450" cap="flat" cmpd="sng">
                  <a:solidFill>
                    <a:srgbClr val="0B0B0B"/>
                  </a:solidFill>
                  <a:prstDash val="solid"/>
                  <a:miter lim="1976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762" name="Google Shape;762;p15"/>
                <p:cNvSpPr/>
                <p:nvPr/>
              </p:nvSpPr>
              <p:spPr>
                <a:xfrm>
                  <a:off x="4823024" y="4459444"/>
                  <a:ext cx="2971318" cy="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092" h="1" fill="none" extrusionOk="0">
                      <a:moveTo>
                        <a:pt x="0" y="1"/>
                      </a:moveTo>
                      <a:lnTo>
                        <a:pt x="77091" y="1"/>
                      </a:lnTo>
                    </a:path>
                  </a:pathLst>
                </a:custGeom>
                <a:solidFill>
                  <a:srgbClr val="FFFFFF"/>
                </a:solidFill>
                <a:ln w="4450" cap="flat" cmpd="sng">
                  <a:solidFill>
                    <a:srgbClr val="0B0B0B"/>
                  </a:solidFill>
                  <a:prstDash val="solid"/>
                  <a:miter lim="1976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763" name="Google Shape;763;p15"/>
                <p:cNvSpPr/>
                <p:nvPr/>
              </p:nvSpPr>
              <p:spPr>
                <a:xfrm>
                  <a:off x="4823024" y="4599750"/>
                  <a:ext cx="2971318" cy="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092" h="1" fill="none" extrusionOk="0">
                      <a:moveTo>
                        <a:pt x="0" y="1"/>
                      </a:moveTo>
                      <a:lnTo>
                        <a:pt x="77091" y="1"/>
                      </a:lnTo>
                    </a:path>
                  </a:pathLst>
                </a:custGeom>
                <a:solidFill>
                  <a:srgbClr val="FFFFFF"/>
                </a:solidFill>
                <a:ln w="4450" cap="flat" cmpd="sng">
                  <a:solidFill>
                    <a:srgbClr val="0B0B0B"/>
                  </a:solidFill>
                  <a:prstDash val="solid"/>
                  <a:miter lim="1976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764" name="Google Shape;764;p15"/>
                <p:cNvSpPr/>
                <p:nvPr/>
              </p:nvSpPr>
              <p:spPr>
                <a:xfrm>
                  <a:off x="4823024" y="4740056"/>
                  <a:ext cx="2971318" cy="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092" h="1" fill="none" extrusionOk="0">
                      <a:moveTo>
                        <a:pt x="0" y="1"/>
                      </a:moveTo>
                      <a:lnTo>
                        <a:pt x="77091" y="1"/>
                      </a:lnTo>
                    </a:path>
                  </a:pathLst>
                </a:custGeom>
                <a:solidFill>
                  <a:srgbClr val="FFFFFF"/>
                </a:solidFill>
                <a:ln w="4450" cap="flat" cmpd="sng">
                  <a:solidFill>
                    <a:srgbClr val="0B0B0B"/>
                  </a:solidFill>
                  <a:prstDash val="solid"/>
                  <a:miter lim="1976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765" name="Google Shape;765;p15"/>
                <p:cNvSpPr/>
                <p:nvPr/>
              </p:nvSpPr>
              <p:spPr>
                <a:xfrm>
                  <a:off x="4823024" y="4880363"/>
                  <a:ext cx="2971318" cy="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092" h="1" fill="none" extrusionOk="0">
                      <a:moveTo>
                        <a:pt x="0" y="1"/>
                      </a:moveTo>
                      <a:lnTo>
                        <a:pt x="77091" y="1"/>
                      </a:lnTo>
                    </a:path>
                  </a:pathLst>
                </a:custGeom>
                <a:solidFill>
                  <a:srgbClr val="FFFFFF"/>
                </a:solidFill>
                <a:ln w="4450" cap="flat" cmpd="sng">
                  <a:solidFill>
                    <a:srgbClr val="0B0B0B"/>
                  </a:solidFill>
                  <a:prstDash val="solid"/>
                  <a:miter lim="1976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766" name="Google Shape;766;p15"/>
                <p:cNvSpPr/>
                <p:nvPr/>
              </p:nvSpPr>
              <p:spPr>
                <a:xfrm>
                  <a:off x="4823024" y="5020669"/>
                  <a:ext cx="2971318" cy="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092" h="1" fill="none" extrusionOk="0">
                      <a:moveTo>
                        <a:pt x="0" y="1"/>
                      </a:moveTo>
                      <a:lnTo>
                        <a:pt x="77091" y="1"/>
                      </a:lnTo>
                    </a:path>
                  </a:pathLst>
                </a:custGeom>
                <a:solidFill>
                  <a:srgbClr val="FFFFFF"/>
                </a:solidFill>
                <a:ln w="4450" cap="flat" cmpd="sng">
                  <a:solidFill>
                    <a:srgbClr val="0B0B0B"/>
                  </a:solidFill>
                  <a:prstDash val="solid"/>
                  <a:miter lim="1976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</p:grpSp>
        </p:grpSp>
        <p:grpSp>
          <p:nvGrpSpPr>
            <p:cNvPr id="767" name="Google Shape;767;p15"/>
            <p:cNvGrpSpPr/>
            <p:nvPr/>
          </p:nvGrpSpPr>
          <p:grpSpPr>
            <a:xfrm>
              <a:off x="4685836" y="-2274"/>
              <a:ext cx="1698594" cy="3488455"/>
              <a:chOff x="4685718" y="-2276"/>
              <a:chExt cx="1698594" cy="2223646"/>
            </a:xfrm>
          </p:grpSpPr>
          <p:sp>
            <p:nvSpPr>
              <p:cNvPr id="768" name="Google Shape;768;p15"/>
              <p:cNvSpPr/>
              <p:nvPr/>
            </p:nvSpPr>
            <p:spPr>
              <a:xfrm>
                <a:off x="4685718" y="-2276"/>
                <a:ext cx="67102" cy="2223646"/>
              </a:xfrm>
              <a:custGeom>
                <a:avLst/>
                <a:gdLst/>
                <a:ahLst/>
                <a:cxnLst/>
                <a:rect l="l" t="t" r="r" b="b"/>
                <a:pathLst>
                  <a:path w="1741" h="57641" extrusionOk="0">
                    <a:moveTo>
                      <a:pt x="1" y="1"/>
                    </a:moveTo>
                    <a:lnTo>
                      <a:pt x="1" y="57641"/>
                    </a:lnTo>
                    <a:lnTo>
                      <a:pt x="1740" y="57641"/>
                    </a:lnTo>
                    <a:lnTo>
                      <a:pt x="1740" y="1"/>
                    </a:lnTo>
                    <a:close/>
                  </a:path>
                </a:pathLst>
              </a:custGeom>
              <a:solidFill>
                <a:srgbClr val="0B0B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69" name="Google Shape;769;p15"/>
              <p:cNvSpPr/>
              <p:nvPr/>
            </p:nvSpPr>
            <p:spPr>
              <a:xfrm>
                <a:off x="4866584" y="-2276"/>
                <a:ext cx="67835" cy="2223646"/>
              </a:xfrm>
              <a:custGeom>
                <a:avLst/>
                <a:gdLst/>
                <a:ahLst/>
                <a:cxnLst/>
                <a:rect l="l" t="t" r="r" b="b"/>
                <a:pathLst>
                  <a:path w="1760" h="57641" extrusionOk="0">
                    <a:moveTo>
                      <a:pt x="0" y="1"/>
                    </a:moveTo>
                    <a:lnTo>
                      <a:pt x="0" y="57641"/>
                    </a:lnTo>
                    <a:lnTo>
                      <a:pt x="1760" y="57641"/>
                    </a:lnTo>
                    <a:lnTo>
                      <a:pt x="1760" y="1"/>
                    </a:lnTo>
                    <a:close/>
                  </a:path>
                </a:pathLst>
              </a:custGeom>
              <a:solidFill>
                <a:srgbClr val="0B0B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70" name="Google Shape;770;p15"/>
              <p:cNvSpPr/>
              <p:nvPr/>
            </p:nvSpPr>
            <p:spPr>
              <a:xfrm>
                <a:off x="5048182" y="-2276"/>
                <a:ext cx="67064" cy="2223646"/>
              </a:xfrm>
              <a:custGeom>
                <a:avLst/>
                <a:gdLst/>
                <a:ahLst/>
                <a:cxnLst/>
                <a:rect l="l" t="t" r="r" b="b"/>
                <a:pathLst>
                  <a:path w="1740" h="57641" extrusionOk="0">
                    <a:moveTo>
                      <a:pt x="0" y="1"/>
                    </a:moveTo>
                    <a:lnTo>
                      <a:pt x="0" y="57641"/>
                    </a:lnTo>
                    <a:lnTo>
                      <a:pt x="1739" y="57641"/>
                    </a:lnTo>
                    <a:lnTo>
                      <a:pt x="1739" y="1"/>
                    </a:lnTo>
                    <a:close/>
                  </a:path>
                </a:pathLst>
              </a:custGeom>
              <a:solidFill>
                <a:srgbClr val="0B0B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71" name="Google Shape;771;p15"/>
              <p:cNvSpPr/>
              <p:nvPr/>
            </p:nvSpPr>
            <p:spPr>
              <a:xfrm>
                <a:off x="5229009" y="-2276"/>
                <a:ext cx="67102" cy="2223646"/>
              </a:xfrm>
              <a:custGeom>
                <a:avLst/>
                <a:gdLst/>
                <a:ahLst/>
                <a:cxnLst/>
                <a:rect l="l" t="t" r="r" b="b"/>
                <a:pathLst>
                  <a:path w="1741" h="57641" extrusionOk="0">
                    <a:moveTo>
                      <a:pt x="1" y="1"/>
                    </a:moveTo>
                    <a:lnTo>
                      <a:pt x="1" y="57641"/>
                    </a:lnTo>
                    <a:lnTo>
                      <a:pt x="1740" y="57641"/>
                    </a:lnTo>
                    <a:lnTo>
                      <a:pt x="1740" y="1"/>
                    </a:lnTo>
                    <a:close/>
                  </a:path>
                </a:pathLst>
              </a:custGeom>
              <a:solidFill>
                <a:srgbClr val="0B0B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72" name="Google Shape;772;p15"/>
              <p:cNvSpPr/>
              <p:nvPr/>
            </p:nvSpPr>
            <p:spPr>
              <a:xfrm>
                <a:off x="5409875" y="-2276"/>
                <a:ext cx="67835" cy="2223646"/>
              </a:xfrm>
              <a:custGeom>
                <a:avLst/>
                <a:gdLst/>
                <a:ahLst/>
                <a:cxnLst/>
                <a:rect l="l" t="t" r="r" b="b"/>
                <a:pathLst>
                  <a:path w="1760" h="57641" extrusionOk="0">
                    <a:moveTo>
                      <a:pt x="0" y="1"/>
                    </a:moveTo>
                    <a:lnTo>
                      <a:pt x="0" y="57641"/>
                    </a:lnTo>
                    <a:lnTo>
                      <a:pt x="1760" y="57641"/>
                    </a:lnTo>
                    <a:lnTo>
                      <a:pt x="1760" y="1"/>
                    </a:lnTo>
                    <a:close/>
                  </a:path>
                </a:pathLst>
              </a:custGeom>
              <a:solidFill>
                <a:srgbClr val="0B0B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73" name="Google Shape;773;p15"/>
              <p:cNvSpPr/>
              <p:nvPr/>
            </p:nvSpPr>
            <p:spPr>
              <a:xfrm>
                <a:off x="5591473" y="-2276"/>
                <a:ext cx="67102" cy="2223646"/>
              </a:xfrm>
              <a:custGeom>
                <a:avLst/>
                <a:gdLst/>
                <a:ahLst/>
                <a:cxnLst/>
                <a:rect l="l" t="t" r="r" b="b"/>
                <a:pathLst>
                  <a:path w="1741" h="57641" extrusionOk="0">
                    <a:moveTo>
                      <a:pt x="1" y="1"/>
                    </a:moveTo>
                    <a:lnTo>
                      <a:pt x="1" y="57641"/>
                    </a:lnTo>
                    <a:lnTo>
                      <a:pt x="1740" y="57641"/>
                    </a:lnTo>
                    <a:lnTo>
                      <a:pt x="1740" y="1"/>
                    </a:lnTo>
                    <a:close/>
                  </a:path>
                </a:pathLst>
              </a:custGeom>
              <a:solidFill>
                <a:srgbClr val="0B0B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74" name="Google Shape;774;p15"/>
              <p:cNvSpPr/>
              <p:nvPr/>
            </p:nvSpPr>
            <p:spPr>
              <a:xfrm>
                <a:off x="5772338" y="-2276"/>
                <a:ext cx="67873" cy="2223646"/>
              </a:xfrm>
              <a:custGeom>
                <a:avLst/>
                <a:gdLst/>
                <a:ahLst/>
                <a:cxnLst/>
                <a:rect l="l" t="t" r="r" b="b"/>
                <a:pathLst>
                  <a:path w="1761" h="57641" extrusionOk="0">
                    <a:moveTo>
                      <a:pt x="1" y="1"/>
                    </a:moveTo>
                    <a:lnTo>
                      <a:pt x="1" y="57641"/>
                    </a:lnTo>
                    <a:lnTo>
                      <a:pt x="1760" y="57641"/>
                    </a:lnTo>
                    <a:lnTo>
                      <a:pt x="1760" y="1"/>
                    </a:lnTo>
                    <a:close/>
                  </a:path>
                </a:pathLst>
              </a:custGeom>
              <a:solidFill>
                <a:srgbClr val="0B0B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75" name="Google Shape;775;p15"/>
              <p:cNvSpPr/>
              <p:nvPr/>
            </p:nvSpPr>
            <p:spPr>
              <a:xfrm>
                <a:off x="5953975" y="-2276"/>
                <a:ext cx="67835" cy="2223646"/>
              </a:xfrm>
              <a:custGeom>
                <a:avLst/>
                <a:gdLst/>
                <a:ahLst/>
                <a:cxnLst/>
                <a:rect l="l" t="t" r="r" b="b"/>
                <a:pathLst>
                  <a:path w="1760" h="57641" extrusionOk="0">
                    <a:moveTo>
                      <a:pt x="0" y="1"/>
                    </a:moveTo>
                    <a:lnTo>
                      <a:pt x="0" y="57641"/>
                    </a:lnTo>
                    <a:lnTo>
                      <a:pt x="1760" y="57641"/>
                    </a:lnTo>
                    <a:lnTo>
                      <a:pt x="1760" y="1"/>
                    </a:lnTo>
                    <a:close/>
                  </a:path>
                </a:pathLst>
              </a:custGeom>
              <a:solidFill>
                <a:srgbClr val="0B0B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76" name="Google Shape;776;p15"/>
              <p:cNvSpPr/>
              <p:nvPr/>
            </p:nvSpPr>
            <p:spPr>
              <a:xfrm>
                <a:off x="6135573" y="-2276"/>
                <a:ext cx="67102" cy="2223646"/>
              </a:xfrm>
              <a:custGeom>
                <a:avLst/>
                <a:gdLst/>
                <a:ahLst/>
                <a:cxnLst/>
                <a:rect l="l" t="t" r="r" b="b"/>
                <a:pathLst>
                  <a:path w="1741" h="57641" extrusionOk="0">
                    <a:moveTo>
                      <a:pt x="1" y="1"/>
                    </a:moveTo>
                    <a:lnTo>
                      <a:pt x="1" y="57641"/>
                    </a:lnTo>
                    <a:lnTo>
                      <a:pt x="1740" y="57641"/>
                    </a:lnTo>
                    <a:lnTo>
                      <a:pt x="1740" y="1"/>
                    </a:lnTo>
                    <a:close/>
                  </a:path>
                </a:pathLst>
              </a:custGeom>
              <a:solidFill>
                <a:srgbClr val="0B0B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77" name="Google Shape;777;p15"/>
              <p:cNvSpPr/>
              <p:nvPr/>
            </p:nvSpPr>
            <p:spPr>
              <a:xfrm>
                <a:off x="6316438" y="-2276"/>
                <a:ext cx="67873" cy="2223646"/>
              </a:xfrm>
              <a:custGeom>
                <a:avLst/>
                <a:gdLst/>
                <a:ahLst/>
                <a:cxnLst/>
                <a:rect l="l" t="t" r="r" b="b"/>
                <a:pathLst>
                  <a:path w="1761" h="57641" extrusionOk="0">
                    <a:moveTo>
                      <a:pt x="1" y="1"/>
                    </a:moveTo>
                    <a:lnTo>
                      <a:pt x="1" y="57641"/>
                    </a:lnTo>
                    <a:lnTo>
                      <a:pt x="1760" y="57641"/>
                    </a:lnTo>
                    <a:lnTo>
                      <a:pt x="1760" y="1"/>
                    </a:lnTo>
                    <a:close/>
                  </a:path>
                </a:pathLst>
              </a:custGeom>
              <a:solidFill>
                <a:srgbClr val="0B0B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sp>
          <p:nvSpPr>
            <p:cNvPr id="778" name="Google Shape;778;p15"/>
            <p:cNvSpPr/>
            <p:nvPr/>
          </p:nvSpPr>
          <p:spPr>
            <a:xfrm flipH="1">
              <a:off x="6498075" y="-2276"/>
              <a:ext cx="2646300" cy="33528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779" name="Google Shape;779;p15"/>
          <p:cNvGrpSpPr/>
          <p:nvPr/>
        </p:nvGrpSpPr>
        <p:grpSpPr>
          <a:xfrm>
            <a:off x="960000" y="720000"/>
            <a:ext cx="10373600" cy="5520800"/>
            <a:chOff x="720000" y="540000"/>
            <a:chExt cx="7780200" cy="4140600"/>
          </a:xfrm>
        </p:grpSpPr>
        <p:sp>
          <p:nvSpPr>
            <p:cNvPr id="780" name="Google Shape;780;p15"/>
            <p:cNvSpPr/>
            <p:nvPr/>
          </p:nvSpPr>
          <p:spPr>
            <a:xfrm>
              <a:off x="796200" y="616200"/>
              <a:ext cx="7704000" cy="40644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81" name="Google Shape;781;p15"/>
            <p:cNvSpPr/>
            <p:nvPr/>
          </p:nvSpPr>
          <p:spPr>
            <a:xfrm>
              <a:off x="720000" y="540000"/>
              <a:ext cx="7704000" cy="40644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782" name="Google Shape;782;p15"/>
          <p:cNvSpPr txBox="1">
            <a:spLocks noGrp="1"/>
          </p:cNvSpPr>
          <p:nvPr>
            <p:ph type="title"/>
          </p:nvPr>
        </p:nvSpPr>
        <p:spPr>
          <a:xfrm>
            <a:off x="960000" y="1037500"/>
            <a:ext cx="10272000" cy="85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4267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 sz="4267"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 sz="4267"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 sz="4267"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 sz="4267"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 sz="4267"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 sz="4267"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 sz="4267"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 sz="4267"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83" name="Google Shape;783;p15"/>
          <p:cNvSpPr txBox="1">
            <a:spLocks noGrp="1"/>
          </p:cNvSpPr>
          <p:nvPr>
            <p:ph type="subTitle" idx="1"/>
          </p:nvPr>
        </p:nvSpPr>
        <p:spPr>
          <a:xfrm>
            <a:off x="2101672" y="4114288"/>
            <a:ext cx="2861200" cy="49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84" name="Google Shape;784;p15"/>
          <p:cNvSpPr txBox="1">
            <a:spLocks noGrp="1"/>
          </p:cNvSpPr>
          <p:nvPr>
            <p:ph type="subTitle" idx="2"/>
          </p:nvPr>
        </p:nvSpPr>
        <p:spPr>
          <a:xfrm>
            <a:off x="2101672" y="4609588"/>
            <a:ext cx="2861200" cy="81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1pPr>
            <a:lvl2pPr lvl="1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85" name="Google Shape;785;p15"/>
          <p:cNvSpPr txBox="1">
            <a:spLocks noGrp="1"/>
          </p:cNvSpPr>
          <p:nvPr>
            <p:ph type="subTitle" idx="3"/>
          </p:nvPr>
        </p:nvSpPr>
        <p:spPr>
          <a:xfrm>
            <a:off x="7229128" y="4114288"/>
            <a:ext cx="2861200" cy="49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86" name="Google Shape;786;p15"/>
          <p:cNvSpPr txBox="1">
            <a:spLocks noGrp="1"/>
          </p:cNvSpPr>
          <p:nvPr>
            <p:ph type="subTitle" idx="4"/>
          </p:nvPr>
        </p:nvSpPr>
        <p:spPr>
          <a:xfrm>
            <a:off x="7229128" y="4609588"/>
            <a:ext cx="2861200" cy="81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1pPr>
            <a:lvl2pPr lvl="1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400510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list">
  <p:cSld name="Title and list">
    <p:spTree>
      <p:nvGrpSpPr>
        <p:cNvPr id="1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8" name="Google Shape;788;p16"/>
          <p:cNvGrpSpPr/>
          <p:nvPr/>
        </p:nvGrpSpPr>
        <p:grpSpPr>
          <a:xfrm>
            <a:off x="-850" y="-3035"/>
            <a:ext cx="12193699" cy="6863040"/>
            <a:chOff x="-637" y="-2276"/>
            <a:chExt cx="9145274" cy="5147280"/>
          </a:xfrm>
        </p:grpSpPr>
        <p:grpSp>
          <p:nvGrpSpPr>
            <p:cNvPr id="789" name="Google Shape;789;p16"/>
            <p:cNvGrpSpPr/>
            <p:nvPr/>
          </p:nvGrpSpPr>
          <p:grpSpPr>
            <a:xfrm>
              <a:off x="3170819" y="-2276"/>
              <a:ext cx="5973818" cy="5147280"/>
              <a:chOff x="5751" y="-2276"/>
              <a:chExt cx="5973818" cy="5147280"/>
            </a:xfrm>
          </p:grpSpPr>
          <p:sp>
            <p:nvSpPr>
              <p:cNvPr id="790" name="Google Shape;790;p16"/>
              <p:cNvSpPr/>
              <p:nvPr/>
            </p:nvSpPr>
            <p:spPr>
              <a:xfrm>
                <a:off x="5979530" y="-2276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91" name="Google Shape;791;p16"/>
              <p:cNvSpPr/>
              <p:nvPr/>
            </p:nvSpPr>
            <p:spPr>
              <a:xfrm>
                <a:off x="5751" y="284471"/>
                <a:ext cx="5972276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0"/>
                    </a:moveTo>
                    <a:lnTo>
                      <a:pt x="154953" y="0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92" name="Google Shape;792;p16"/>
              <p:cNvSpPr/>
              <p:nvPr/>
            </p:nvSpPr>
            <p:spPr>
              <a:xfrm>
                <a:off x="5751" y="-2276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93" name="Google Shape;793;p16"/>
              <p:cNvSpPr/>
              <p:nvPr/>
            </p:nvSpPr>
            <p:spPr>
              <a:xfrm>
                <a:off x="289925" y="-2276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94" name="Google Shape;794;p16"/>
              <p:cNvSpPr/>
              <p:nvPr/>
            </p:nvSpPr>
            <p:spPr>
              <a:xfrm>
                <a:off x="574869" y="-2276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95" name="Google Shape;795;p16"/>
              <p:cNvSpPr/>
              <p:nvPr/>
            </p:nvSpPr>
            <p:spPr>
              <a:xfrm>
                <a:off x="859043" y="-2276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96" name="Google Shape;796;p16"/>
              <p:cNvSpPr/>
              <p:nvPr/>
            </p:nvSpPr>
            <p:spPr>
              <a:xfrm>
                <a:off x="1143988" y="-2276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97" name="Google Shape;797;p16"/>
              <p:cNvSpPr/>
              <p:nvPr/>
            </p:nvSpPr>
            <p:spPr>
              <a:xfrm>
                <a:off x="1428162" y="-2276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98" name="Google Shape;798;p16"/>
              <p:cNvSpPr/>
              <p:nvPr/>
            </p:nvSpPr>
            <p:spPr>
              <a:xfrm>
                <a:off x="1712336" y="-2276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99" name="Google Shape;799;p16"/>
              <p:cNvSpPr/>
              <p:nvPr/>
            </p:nvSpPr>
            <p:spPr>
              <a:xfrm>
                <a:off x="1997242" y="-2276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00" name="Google Shape;800;p16"/>
              <p:cNvSpPr/>
              <p:nvPr/>
            </p:nvSpPr>
            <p:spPr>
              <a:xfrm>
                <a:off x="2281454" y="-2276"/>
                <a:ext cx="0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01" name="Google Shape;801;p16"/>
              <p:cNvSpPr/>
              <p:nvPr/>
            </p:nvSpPr>
            <p:spPr>
              <a:xfrm>
                <a:off x="2566360" y="-2276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02" name="Google Shape;802;p16"/>
              <p:cNvSpPr/>
              <p:nvPr/>
            </p:nvSpPr>
            <p:spPr>
              <a:xfrm>
                <a:off x="2850534" y="-2276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03" name="Google Shape;803;p16"/>
              <p:cNvSpPr/>
              <p:nvPr/>
            </p:nvSpPr>
            <p:spPr>
              <a:xfrm>
                <a:off x="3134708" y="-2276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04" name="Google Shape;804;p16"/>
              <p:cNvSpPr/>
              <p:nvPr/>
            </p:nvSpPr>
            <p:spPr>
              <a:xfrm>
                <a:off x="3419653" y="-2276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05" name="Google Shape;805;p16"/>
              <p:cNvSpPr/>
              <p:nvPr/>
            </p:nvSpPr>
            <p:spPr>
              <a:xfrm>
                <a:off x="3703827" y="-2276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06" name="Google Shape;806;p16"/>
              <p:cNvSpPr/>
              <p:nvPr/>
            </p:nvSpPr>
            <p:spPr>
              <a:xfrm>
                <a:off x="3988001" y="-2276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07" name="Google Shape;807;p16"/>
              <p:cNvSpPr/>
              <p:nvPr/>
            </p:nvSpPr>
            <p:spPr>
              <a:xfrm>
                <a:off x="4272945" y="-2276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08" name="Google Shape;808;p16"/>
              <p:cNvSpPr/>
              <p:nvPr/>
            </p:nvSpPr>
            <p:spPr>
              <a:xfrm>
                <a:off x="4557119" y="-2276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09" name="Google Shape;809;p16"/>
              <p:cNvSpPr/>
              <p:nvPr/>
            </p:nvSpPr>
            <p:spPr>
              <a:xfrm>
                <a:off x="4842064" y="-2276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10" name="Google Shape;810;p16"/>
              <p:cNvSpPr/>
              <p:nvPr/>
            </p:nvSpPr>
            <p:spPr>
              <a:xfrm>
                <a:off x="5126238" y="-2276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11" name="Google Shape;811;p16"/>
              <p:cNvSpPr/>
              <p:nvPr/>
            </p:nvSpPr>
            <p:spPr>
              <a:xfrm>
                <a:off x="5410411" y="-2276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12" name="Google Shape;812;p16"/>
              <p:cNvSpPr/>
              <p:nvPr/>
            </p:nvSpPr>
            <p:spPr>
              <a:xfrm>
                <a:off x="5695356" y="-2276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13" name="Google Shape;813;p16"/>
              <p:cNvSpPr/>
              <p:nvPr/>
            </p:nvSpPr>
            <p:spPr>
              <a:xfrm>
                <a:off x="5751" y="2858091"/>
                <a:ext cx="5972276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0"/>
                    </a:moveTo>
                    <a:lnTo>
                      <a:pt x="154953" y="0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14" name="Google Shape;814;p16"/>
              <p:cNvSpPr/>
              <p:nvPr/>
            </p:nvSpPr>
            <p:spPr>
              <a:xfrm>
                <a:off x="5751" y="2572116"/>
                <a:ext cx="5972276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1"/>
                    </a:moveTo>
                    <a:lnTo>
                      <a:pt x="154953" y="1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15" name="Google Shape;815;p16"/>
              <p:cNvSpPr/>
              <p:nvPr/>
            </p:nvSpPr>
            <p:spPr>
              <a:xfrm>
                <a:off x="5751" y="2286180"/>
                <a:ext cx="5972276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0"/>
                    </a:moveTo>
                    <a:lnTo>
                      <a:pt x="154953" y="0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16" name="Google Shape;816;p16"/>
              <p:cNvSpPr/>
              <p:nvPr/>
            </p:nvSpPr>
            <p:spPr>
              <a:xfrm>
                <a:off x="5751" y="2000205"/>
                <a:ext cx="5972276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0"/>
                    </a:moveTo>
                    <a:lnTo>
                      <a:pt x="154953" y="0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17" name="Google Shape;817;p16"/>
              <p:cNvSpPr/>
              <p:nvPr/>
            </p:nvSpPr>
            <p:spPr>
              <a:xfrm>
                <a:off x="5751" y="1714230"/>
                <a:ext cx="5972276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1"/>
                    </a:moveTo>
                    <a:lnTo>
                      <a:pt x="154953" y="1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18" name="Google Shape;818;p16"/>
              <p:cNvSpPr/>
              <p:nvPr/>
            </p:nvSpPr>
            <p:spPr>
              <a:xfrm>
                <a:off x="5751" y="1428294"/>
                <a:ext cx="5972276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0"/>
                    </a:moveTo>
                    <a:lnTo>
                      <a:pt x="154953" y="0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19" name="Google Shape;819;p16"/>
              <p:cNvSpPr/>
              <p:nvPr/>
            </p:nvSpPr>
            <p:spPr>
              <a:xfrm>
                <a:off x="5751" y="4287118"/>
                <a:ext cx="5972276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0"/>
                    </a:moveTo>
                    <a:lnTo>
                      <a:pt x="154953" y="0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20" name="Google Shape;820;p16"/>
              <p:cNvSpPr/>
              <p:nvPr/>
            </p:nvSpPr>
            <p:spPr>
              <a:xfrm>
                <a:off x="5751" y="4001143"/>
                <a:ext cx="5972276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1"/>
                    </a:moveTo>
                    <a:lnTo>
                      <a:pt x="154953" y="1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21" name="Google Shape;821;p16"/>
              <p:cNvSpPr/>
              <p:nvPr/>
            </p:nvSpPr>
            <p:spPr>
              <a:xfrm>
                <a:off x="5751" y="3715939"/>
                <a:ext cx="5972276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1"/>
                    </a:moveTo>
                    <a:lnTo>
                      <a:pt x="154953" y="1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22" name="Google Shape;822;p16"/>
              <p:cNvSpPr/>
              <p:nvPr/>
            </p:nvSpPr>
            <p:spPr>
              <a:xfrm>
                <a:off x="5751" y="3430003"/>
                <a:ext cx="5972276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0"/>
                    </a:moveTo>
                    <a:lnTo>
                      <a:pt x="154953" y="0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23" name="Google Shape;823;p16"/>
              <p:cNvSpPr/>
              <p:nvPr/>
            </p:nvSpPr>
            <p:spPr>
              <a:xfrm>
                <a:off x="5751" y="4859029"/>
                <a:ext cx="5972276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0"/>
                    </a:moveTo>
                    <a:lnTo>
                      <a:pt x="154953" y="0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24" name="Google Shape;824;p16"/>
              <p:cNvSpPr/>
              <p:nvPr/>
            </p:nvSpPr>
            <p:spPr>
              <a:xfrm>
                <a:off x="5751" y="4573054"/>
                <a:ext cx="5972276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1"/>
                    </a:moveTo>
                    <a:lnTo>
                      <a:pt x="154953" y="1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25" name="Google Shape;825;p16"/>
              <p:cNvSpPr/>
              <p:nvPr/>
            </p:nvSpPr>
            <p:spPr>
              <a:xfrm>
                <a:off x="5751" y="3144028"/>
                <a:ext cx="5972276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1"/>
                    </a:moveTo>
                    <a:lnTo>
                      <a:pt x="154953" y="1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26" name="Google Shape;826;p16"/>
              <p:cNvSpPr/>
              <p:nvPr/>
            </p:nvSpPr>
            <p:spPr>
              <a:xfrm>
                <a:off x="5751" y="1142319"/>
                <a:ext cx="5972276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1"/>
                    </a:moveTo>
                    <a:lnTo>
                      <a:pt x="154953" y="1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27" name="Google Shape;827;p16"/>
              <p:cNvSpPr/>
              <p:nvPr/>
            </p:nvSpPr>
            <p:spPr>
              <a:xfrm>
                <a:off x="5751" y="856382"/>
                <a:ext cx="5972276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0"/>
                    </a:moveTo>
                    <a:lnTo>
                      <a:pt x="154953" y="0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28" name="Google Shape;828;p16"/>
              <p:cNvSpPr/>
              <p:nvPr/>
            </p:nvSpPr>
            <p:spPr>
              <a:xfrm>
                <a:off x="5751" y="570407"/>
                <a:ext cx="5972276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1"/>
                    </a:moveTo>
                    <a:lnTo>
                      <a:pt x="154953" y="1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sp>
          <p:nvSpPr>
            <p:cNvPr id="829" name="Google Shape;829;p16"/>
            <p:cNvSpPr/>
            <p:nvPr/>
          </p:nvSpPr>
          <p:spPr>
            <a:xfrm>
              <a:off x="-637" y="-2275"/>
              <a:ext cx="3355800" cy="3355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30" name="Google Shape;830;p16"/>
            <p:cNvSpPr/>
            <p:nvPr/>
          </p:nvSpPr>
          <p:spPr>
            <a:xfrm>
              <a:off x="5751" y="5144966"/>
              <a:ext cx="5972276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1"/>
                  </a:moveTo>
                  <a:lnTo>
                    <a:pt x="154953" y="1"/>
                  </a:lnTo>
                </a:path>
              </a:pathLst>
            </a:custGeom>
            <a:noFill/>
            <a:ln w="2475" cap="flat" cmpd="sng">
              <a:solidFill>
                <a:srgbClr val="0B0B0B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31" name="Google Shape;831;p16"/>
            <p:cNvSpPr/>
            <p:nvPr/>
          </p:nvSpPr>
          <p:spPr>
            <a:xfrm>
              <a:off x="6444477" y="159000"/>
              <a:ext cx="2514900" cy="25149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832" name="Google Shape;832;p16"/>
            <p:cNvGrpSpPr/>
            <p:nvPr/>
          </p:nvGrpSpPr>
          <p:grpSpPr>
            <a:xfrm>
              <a:off x="-637" y="2921359"/>
              <a:ext cx="3191912" cy="2223646"/>
              <a:chOff x="-637" y="2921359"/>
              <a:chExt cx="3191912" cy="2223646"/>
            </a:xfrm>
          </p:grpSpPr>
          <p:sp>
            <p:nvSpPr>
              <p:cNvPr id="833" name="Google Shape;833;p16"/>
              <p:cNvSpPr/>
              <p:nvPr/>
            </p:nvSpPr>
            <p:spPr>
              <a:xfrm>
                <a:off x="-637" y="2921359"/>
                <a:ext cx="67102" cy="2223646"/>
              </a:xfrm>
              <a:custGeom>
                <a:avLst/>
                <a:gdLst/>
                <a:ahLst/>
                <a:cxnLst/>
                <a:rect l="l" t="t" r="r" b="b"/>
                <a:pathLst>
                  <a:path w="1741" h="57641" extrusionOk="0">
                    <a:moveTo>
                      <a:pt x="1" y="1"/>
                    </a:moveTo>
                    <a:lnTo>
                      <a:pt x="1" y="57641"/>
                    </a:lnTo>
                    <a:lnTo>
                      <a:pt x="1740" y="57641"/>
                    </a:lnTo>
                    <a:lnTo>
                      <a:pt x="1740" y="1"/>
                    </a:lnTo>
                    <a:close/>
                  </a:path>
                </a:pathLst>
              </a:custGeom>
              <a:solidFill>
                <a:srgbClr val="0B0B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34" name="Google Shape;834;p16"/>
              <p:cNvSpPr/>
              <p:nvPr/>
            </p:nvSpPr>
            <p:spPr>
              <a:xfrm>
                <a:off x="182878" y="2921359"/>
                <a:ext cx="67835" cy="2223646"/>
              </a:xfrm>
              <a:custGeom>
                <a:avLst/>
                <a:gdLst/>
                <a:ahLst/>
                <a:cxnLst/>
                <a:rect l="l" t="t" r="r" b="b"/>
                <a:pathLst>
                  <a:path w="1760" h="57641" extrusionOk="0">
                    <a:moveTo>
                      <a:pt x="0" y="1"/>
                    </a:moveTo>
                    <a:lnTo>
                      <a:pt x="0" y="57641"/>
                    </a:lnTo>
                    <a:lnTo>
                      <a:pt x="1760" y="57641"/>
                    </a:lnTo>
                    <a:lnTo>
                      <a:pt x="1760" y="1"/>
                    </a:lnTo>
                    <a:close/>
                  </a:path>
                </a:pathLst>
              </a:custGeom>
              <a:solidFill>
                <a:srgbClr val="0B0B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35" name="Google Shape;835;p16"/>
              <p:cNvSpPr/>
              <p:nvPr/>
            </p:nvSpPr>
            <p:spPr>
              <a:xfrm>
                <a:off x="367126" y="2921359"/>
                <a:ext cx="67064" cy="2223646"/>
              </a:xfrm>
              <a:custGeom>
                <a:avLst/>
                <a:gdLst/>
                <a:ahLst/>
                <a:cxnLst/>
                <a:rect l="l" t="t" r="r" b="b"/>
                <a:pathLst>
                  <a:path w="1740" h="57641" extrusionOk="0">
                    <a:moveTo>
                      <a:pt x="0" y="1"/>
                    </a:moveTo>
                    <a:lnTo>
                      <a:pt x="0" y="57641"/>
                    </a:lnTo>
                    <a:lnTo>
                      <a:pt x="1739" y="57641"/>
                    </a:lnTo>
                    <a:lnTo>
                      <a:pt x="1739" y="1"/>
                    </a:lnTo>
                    <a:close/>
                  </a:path>
                </a:pathLst>
              </a:custGeom>
              <a:solidFill>
                <a:srgbClr val="0B0B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36" name="Google Shape;836;p16"/>
              <p:cNvSpPr/>
              <p:nvPr/>
            </p:nvSpPr>
            <p:spPr>
              <a:xfrm>
                <a:off x="550603" y="2921359"/>
                <a:ext cx="67102" cy="2223646"/>
              </a:xfrm>
              <a:custGeom>
                <a:avLst/>
                <a:gdLst/>
                <a:ahLst/>
                <a:cxnLst/>
                <a:rect l="l" t="t" r="r" b="b"/>
                <a:pathLst>
                  <a:path w="1741" h="57641" extrusionOk="0">
                    <a:moveTo>
                      <a:pt x="1" y="1"/>
                    </a:moveTo>
                    <a:lnTo>
                      <a:pt x="1" y="57641"/>
                    </a:lnTo>
                    <a:lnTo>
                      <a:pt x="1740" y="57641"/>
                    </a:lnTo>
                    <a:lnTo>
                      <a:pt x="1740" y="1"/>
                    </a:lnTo>
                    <a:close/>
                  </a:path>
                </a:pathLst>
              </a:custGeom>
              <a:solidFill>
                <a:srgbClr val="0B0B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37" name="Google Shape;837;p16"/>
              <p:cNvSpPr/>
              <p:nvPr/>
            </p:nvSpPr>
            <p:spPr>
              <a:xfrm>
                <a:off x="734118" y="2921359"/>
                <a:ext cx="67835" cy="2223646"/>
              </a:xfrm>
              <a:custGeom>
                <a:avLst/>
                <a:gdLst/>
                <a:ahLst/>
                <a:cxnLst/>
                <a:rect l="l" t="t" r="r" b="b"/>
                <a:pathLst>
                  <a:path w="1760" h="57641" extrusionOk="0">
                    <a:moveTo>
                      <a:pt x="0" y="1"/>
                    </a:moveTo>
                    <a:lnTo>
                      <a:pt x="0" y="57641"/>
                    </a:lnTo>
                    <a:lnTo>
                      <a:pt x="1760" y="57641"/>
                    </a:lnTo>
                    <a:lnTo>
                      <a:pt x="1760" y="1"/>
                    </a:lnTo>
                    <a:close/>
                  </a:path>
                </a:pathLst>
              </a:custGeom>
              <a:solidFill>
                <a:srgbClr val="0B0B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38" name="Google Shape;838;p16"/>
              <p:cNvSpPr/>
              <p:nvPr/>
            </p:nvSpPr>
            <p:spPr>
              <a:xfrm>
                <a:off x="918366" y="2921359"/>
                <a:ext cx="67102" cy="2223646"/>
              </a:xfrm>
              <a:custGeom>
                <a:avLst/>
                <a:gdLst/>
                <a:ahLst/>
                <a:cxnLst/>
                <a:rect l="l" t="t" r="r" b="b"/>
                <a:pathLst>
                  <a:path w="1741" h="57641" extrusionOk="0">
                    <a:moveTo>
                      <a:pt x="1" y="1"/>
                    </a:moveTo>
                    <a:lnTo>
                      <a:pt x="1" y="57641"/>
                    </a:lnTo>
                    <a:lnTo>
                      <a:pt x="1740" y="57641"/>
                    </a:lnTo>
                    <a:lnTo>
                      <a:pt x="1740" y="1"/>
                    </a:lnTo>
                    <a:close/>
                  </a:path>
                </a:pathLst>
              </a:custGeom>
              <a:solidFill>
                <a:srgbClr val="0B0B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39" name="Google Shape;839;p16"/>
              <p:cNvSpPr/>
              <p:nvPr/>
            </p:nvSpPr>
            <p:spPr>
              <a:xfrm>
                <a:off x="1101881" y="2921359"/>
                <a:ext cx="67873" cy="2223646"/>
              </a:xfrm>
              <a:custGeom>
                <a:avLst/>
                <a:gdLst/>
                <a:ahLst/>
                <a:cxnLst/>
                <a:rect l="l" t="t" r="r" b="b"/>
                <a:pathLst>
                  <a:path w="1761" h="57641" extrusionOk="0">
                    <a:moveTo>
                      <a:pt x="1" y="1"/>
                    </a:moveTo>
                    <a:lnTo>
                      <a:pt x="1" y="57641"/>
                    </a:lnTo>
                    <a:lnTo>
                      <a:pt x="1760" y="57641"/>
                    </a:lnTo>
                    <a:lnTo>
                      <a:pt x="1760" y="1"/>
                    </a:lnTo>
                    <a:close/>
                  </a:path>
                </a:pathLst>
              </a:custGeom>
              <a:solidFill>
                <a:srgbClr val="0B0B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40" name="Google Shape;840;p16"/>
              <p:cNvSpPr/>
              <p:nvPr/>
            </p:nvSpPr>
            <p:spPr>
              <a:xfrm>
                <a:off x="1286167" y="2921359"/>
                <a:ext cx="67064" cy="2223646"/>
              </a:xfrm>
              <a:custGeom>
                <a:avLst/>
                <a:gdLst/>
                <a:ahLst/>
                <a:cxnLst/>
                <a:rect l="l" t="t" r="r" b="b"/>
                <a:pathLst>
                  <a:path w="1740" h="57641" extrusionOk="0">
                    <a:moveTo>
                      <a:pt x="0" y="1"/>
                    </a:moveTo>
                    <a:lnTo>
                      <a:pt x="0" y="57641"/>
                    </a:lnTo>
                    <a:lnTo>
                      <a:pt x="1740" y="57641"/>
                    </a:lnTo>
                    <a:lnTo>
                      <a:pt x="1740" y="1"/>
                    </a:lnTo>
                    <a:close/>
                  </a:path>
                </a:pathLst>
              </a:custGeom>
              <a:solidFill>
                <a:srgbClr val="0B0B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41" name="Google Shape;841;p16"/>
              <p:cNvSpPr/>
              <p:nvPr/>
            </p:nvSpPr>
            <p:spPr>
              <a:xfrm>
                <a:off x="1469644" y="2921359"/>
                <a:ext cx="67102" cy="2223646"/>
              </a:xfrm>
              <a:custGeom>
                <a:avLst/>
                <a:gdLst/>
                <a:ahLst/>
                <a:cxnLst/>
                <a:rect l="l" t="t" r="r" b="b"/>
                <a:pathLst>
                  <a:path w="1741" h="57641" extrusionOk="0">
                    <a:moveTo>
                      <a:pt x="1" y="1"/>
                    </a:moveTo>
                    <a:lnTo>
                      <a:pt x="1" y="57641"/>
                    </a:lnTo>
                    <a:lnTo>
                      <a:pt x="1740" y="57641"/>
                    </a:lnTo>
                    <a:lnTo>
                      <a:pt x="1740" y="1"/>
                    </a:lnTo>
                    <a:close/>
                  </a:path>
                </a:pathLst>
              </a:custGeom>
              <a:solidFill>
                <a:srgbClr val="0B0B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42" name="Google Shape;842;p16"/>
              <p:cNvSpPr/>
              <p:nvPr/>
            </p:nvSpPr>
            <p:spPr>
              <a:xfrm>
                <a:off x="1653159" y="2921359"/>
                <a:ext cx="67835" cy="2223646"/>
              </a:xfrm>
              <a:custGeom>
                <a:avLst/>
                <a:gdLst/>
                <a:ahLst/>
                <a:cxnLst/>
                <a:rect l="l" t="t" r="r" b="b"/>
                <a:pathLst>
                  <a:path w="1760" h="57641" extrusionOk="0">
                    <a:moveTo>
                      <a:pt x="0" y="1"/>
                    </a:moveTo>
                    <a:lnTo>
                      <a:pt x="0" y="57641"/>
                    </a:lnTo>
                    <a:lnTo>
                      <a:pt x="1760" y="57641"/>
                    </a:lnTo>
                    <a:lnTo>
                      <a:pt x="1760" y="1"/>
                    </a:lnTo>
                    <a:close/>
                  </a:path>
                </a:pathLst>
              </a:custGeom>
              <a:solidFill>
                <a:srgbClr val="0B0B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43" name="Google Shape;843;p16"/>
              <p:cNvSpPr/>
              <p:nvPr/>
            </p:nvSpPr>
            <p:spPr>
              <a:xfrm>
                <a:off x="1837407" y="2921359"/>
                <a:ext cx="67064" cy="2223646"/>
              </a:xfrm>
              <a:custGeom>
                <a:avLst/>
                <a:gdLst/>
                <a:ahLst/>
                <a:cxnLst/>
                <a:rect l="l" t="t" r="r" b="b"/>
                <a:pathLst>
                  <a:path w="1740" h="57641" extrusionOk="0">
                    <a:moveTo>
                      <a:pt x="0" y="1"/>
                    </a:moveTo>
                    <a:lnTo>
                      <a:pt x="0" y="57641"/>
                    </a:lnTo>
                    <a:lnTo>
                      <a:pt x="1739" y="57641"/>
                    </a:lnTo>
                    <a:lnTo>
                      <a:pt x="1739" y="1"/>
                    </a:lnTo>
                    <a:close/>
                  </a:path>
                </a:pathLst>
              </a:custGeom>
              <a:solidFill>
                <a:srgbClr val="0B0B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44" name="Google Shape;844;p16"/>
              <p:cNvSpPr/>
              <p:nvPr/>
            </p:nvSpPr>
            <p:spPr>
              <a:xfrm>
                <a:off x="2020884" y="2921359"/>
                <a:ext cx="67102" cy="2223646"/>
              </a:xfrm>
              <a:custGeom>
                <a:avLst/>
                <a:gdLst/>
                <a:ahLst/>
                <a:cxnLst/>
                <a:rect l="l" t="t" r="r" b="b"/>
                <a:pathLst>
                  <a:path w="1741" h="57641" extrusionOk="0">
                    <a:moveTo>
                      <a:pt x="1" y="1"/>
                    </a:moveTo>
                    <a:lnTo>
                      <a:pt x="1" y="57641"/>
                    </a:lnTo>
                    <a:lnTo>
                      <a:pt x="1740" y="57641"/>
                    </a:lnTo>
                    <a:lnTo>
                      <a:pt x="1740" y="1"/>
                    </a:lnTo>
                    <a:close/>
                  </a:path>
                </a:pathLst>
              </a:custGeom>
              <a:solidFill>
                <a:srgbClr val="0B0B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45" name="Google Shape;845;p16"/>
              <p:cNvSpPr/>
              <p:nvPr/>
            </p:nvSpPr>
            <p:spPr>
              <a:xfrm>
                <a:off x="2204399" y="2921359"/>
                <a:ext cx="67835" cy="2223646"/>
              </a:xfrm>
              <a:custGeom>
                <a:avLst/>
                <a:gdLst/>
                <a:ahLst/>
                <a:cxnLst/>
                <a:rect l="l" t="t" r="r" b="b"/>
                <a:pathLst>
                  <a:path w="1760" h="57641" extrusionOk="0">
                    <a:moveTo>
                      <a:pt x="0" y="1"/>
                    </a:moveTo>
                    <a:lnTo>
                      <a:pt x="0" y="57641"/>
                    </a:lnTo>
                    <a:lnTo>
                      <a:pt x="1760" y="57641"/>
                    </a:lnTo>
                    <a:lnTo>
                      <a:pt x="1760" y="1"/>
                    </a:lnTo>
                    <a:close/>
                  </a:path>
                </a:pathLst>
              </a:custGeom>
              <a:solidFill>
                <a:srgbClr val="0B0B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46" name="Google Shape;846;p16"/>
              <p:cNvSpPr/>
              <p:nvPr/>
            </p:nvSpPr>
            <p:spPr>
              <a:xfrm>
                <a:off x="2388647" y="2921359"/>
                <a:ext cx="67102" cy="2223646"/>
              </a:xfrm>
              <a:custGeom>
                <a:avLst/>
                <a:gdLst/>
                <a:ahLst/>
                <a:cxnLst/>
                <a:rect l="l" t="t" r="r" b="b"/>
                <a:pathLst>
                  <a:path w="1741" h="57641" extrusionOk="0">
                    <a:moveTo>
                      <a:pt x="1" y="1"/>
                    </a:moveTo>
                    <a:lnTo>
                      <a:pt x="1" y="57641"/>
                    </a:lnTo>
                    <a:lnTo>
                      <a:pt x="1740" y="57641"/>
                    </a:lnTo>
                    <a:lnTo>
                      <a:pt x="1740" y="1"/>
                    </a:lnTo>
                    <a:close/>
                  </a:path>
                </a:pathLst>
              </a:custGeom>
              <a:solidFill>
                <a:srgbClr val="0B0B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47" name="Google Shape;847;p16"/>
              <p:cNvSpPr/>
              <p:nvPr/>
            </p:nvSpPr>
            <p:spPr>
              <a:xfrm>
                <a:off x="2572162" y="2921359"/>
                <a:ext cx="67873" cy="2223646"/>
              </a:xfrm>
              <a:custGeom>
                <a:avLst/>
                <a:gdLst/>
                <a:ahLst/>
                <a:cxnLst/>
                <a:rect l="l" t="t" r="r" b="b"/>
                <a:pathLst>
                  <a:path w="1761" h="57641" extrusionOk="0">
                    <a:moveTo>
                      <a:pt x="1" y="1"/>
                    </a:moveTo>
                    <a:lnTo>
                      <a:pt x="1" y="57641"/>
                    </a:lnTo>
                    <a:lnTo>
                      <a:pt x="1760" y="57641"/>
                    </a:lnTo>
                    <a:lnTo>
                      <a:pt x="1760" y="1"/>
                    </a:lnTo>
                    <a:close/>
                  </a:path>
                </a:pathLst>
              </a:custGeom>
              <a:solidFill>
                <a:srgbClr val="0B0B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48" name="Google Shape;848;p16"/>
              <p:cNvSpPr/>
              <p:nvPr/>
            </p:nvSpPr>
            <p:spPr>
              <a:xfrm>
                <a:off x="2756448" y="2921359"/>
                <a:ext cx="67064" cy="2223646"/>
              </a:xfrm>
              <a:custGeom>
                <a:avLst/>
                <a:gdLst/>
                <a:ahLst/>
                <a:cxnLst/>
                <a:rect l="l" t="t" r="r" b="b"/>
                <a:pathLst>
                  <a:path w="1740" h="57641" extrusionOk="0">
                    <a:moveTo>
                      <a:pt x="0" y="1"/>
                    </a:moveTo>
                    <a:lnTo>
                      <a:pt x="0" y="57641"/>
                    </a:lnTo>
                    <a:lnTo>
                      <a:pt x="1740" y="57641"/>
                    </a:lnTo>
                    <a:lnTo>
                      <a:pt x="1740" y="1"/>
                    </a:lnTo>
                    <a:close/>
                  </a:path>
                </a:pathLst>
              </a:custGeom>
              <a:solidFill>
                <a:srgbClr val="0B0B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49" name="Google Shape;849;p16"/>
              <p:cNvSpPr/>
              <p:nvPr/>
            </p:nvSpPr>
            <p:spPr>
              <a:xfrm>
                <a:off x="2939925" y="2921359"/>
                <a:ext cx="67873" cy="2223646"/>
              </a:xfrm>
              <a:custGeom>
                <a:avLst/>
                <a:gdLst/>
                <a:ahLst/>
                <a:cxnLst/>
                <a:rect l="l" t="t" r="r" b="b"/>
                <a:pathLst>
                  <a:path w="1761" h="57641" extrusionOk="0">
                    <a:moveTo>
                      <a:pt x="1" y="1"/>
                    </a:moveTo>
                    <a:lnTo>
                      <a:pt x="1" y="57641"/>
                    </a:lnTo>
                    <a:lnTo>
                      <a:pt x="1760" y="57641"/>
                    </a:lnTo>
                    <a:lnTo>
                      <a:pt x="1760" y="1"/>
                    </a:lnTo>
                    <a:close/>
                  </a:path>
                </a:pathLst>
              </a:custGeom>
              <a:solidFill>
                <a:srgbClr val="0B0B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50" name="Google Shape;850;p16"/>
              <p:cNvSpPr/>
              <p:nvPr/>
            </p:nvSpPr>
            <p:spPr>
              <a:xfrm>
                <a:off x="3124211" y="2921359"/>
                <a:ext cx="67064" cy="2223646"/>
              </a:xfrm>
              <a:custGeom>
                <a:avLst/>
                <a:gdLst/>
                <a:ahLst/>
                <a:cxnLst/>
                <a:rect l="l" t="t" r="r" b="b"/>
                <a:pathLst>
                  <a:path w="1740" h="57641" extrusionOk="0">
                    <a:moveTo>
                      <a:pt x="0" y="1"/>
                    </a:moveTo>
                    <a:lnTo>
                      <a:pt x="0" y="57641"/>
                    </a:lnTo>
                    <a:lnTo>
                      <a:pt x="1740" y="57641"/>
                    </a:lnTo>
                    <a:lnTo>
                      <a:pt x="1740" y="1"/>
                    </a:lnTo>
                    <a:close/>
                  </a:path>
                </a:pathLst>
              </a:custGeom>
              <a:solidFill>
                <a:srgbClr val="0B0B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grpSp>
        <p:nvGrpSpPr>
          <p:cNvPr id="851" name="Google Shape;851;p16"/>
          <p:cNvGrpSpPr/>
          <p:nvPr/>
        </p:nvGrpSpPr>
        <p:grpSpPr>
          <a:xfrm>
            <a:off x="960000" y="720000"/>
            <a:ext cx="10373600" cy="5520800"/>
            <a:chOff x="720000" y="540000"/>
            <a:chExt cx="7780200" cy="4140600"/>
          </a:xfrm>
        </p:grpSpPr>
        <p:sp>
          <p:nvSpPr>
            <p:cNvPr id="852" name="Google Shape;852;p16"/>
            <p:cNvSpPr/>
            <p:nvPr/>
          </p:nvSpPr>
          <p:spPr>
            <a:xfrm>
              <a:off x="796200" y="616200"/>
              <a:ext cx="7704000" cy="40644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3" name="Google Shape;853;p16"/>
            <p:cNvSpPr/>
            <p:nvPr/>
          </p:nvSpPr>
          <p:spPr>
            <a:xfrm>
              <a:off x="720000" y="540000"/>
              <a:ext cx="7704000" cy="40644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854" name="Google Shape;854;p16"/>
          <p:cNvSpPr txBox="1">
            <a:spLocks noGrp="1"/>
          </p:cNvSpPr>
          <p:nvPr>
            <p:ph type="title"/>
          </p:nvPr>
        </p:nvSpPr>
        <p:spPr>
          <a:xfrm>
            <a:off x="960000" y="1037500"/>
            <a:ext cx="10272000" cy="85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4267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 sz="4267"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 sz="4267"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 sz="4267"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 sz="4267"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 sz="4267"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 sz="4267"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 sz="4267"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 sz="4267"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55" name="Google Shape;855;p16"/>
          <p:cNvSpPr txBox="1">
            <a:spLocks noGrp="1"/>
          </p:cNvSpPr>
          <p:nvPr>
            <p:ph type="body" idx="1"/>
          </p:nvPr>
        </p:nvSpPr>
        <p:spPr>
          <a:xfrm>
            <a:off x="2015200" y="2185000"/>
            <a:ext cx="8161600" cy="329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1pPr>
            <a:lvl2pPr marL="1219170" lvl="1" indent="-457189" rtl="0">
              <a:spcBef>
                <a:spcPts val="2133"/>
              </a:spcBef>
              <a:spcAft>
                <a:spcPts val="0"/>
              </a:spcAft>
              <a:buSzPts val="1800"/>
              <a:buChar char="○"/>
              <a:defRPr sz="2400"/>
            </a:lvl2pPr>
            <a:lvl3pPr marL="1828754" lvl="2" indent="-457189" rtl="0">
              <a:spcBef>
                <a:spcPts val="2133"/>
              </a:spcBef>
              <a:spcAft>
                <a:spcPts val="0"/>
              </a:spcAft>
              <a:buSzPts val="1800"/>
              <a:buChar char="■"/>
              <a:defRPr sz="2400"/>
            </a:lvl3pPr>
            <a:lvl4pPr marL="2438339" lvl="3" indent="-457189" rtl="0">
              <a:spcBef>
                <a:spcPts val="2133"/>
              </a:spcBef>
              <a:spcAft>
                <a:spcPts val="0"/>
              </a:spcAft>
              <a:buSzPts val="1800"/>
              <a:buChar char="●"/>
              <a:defRPr sz="2400"/>
            </a:lvl4pPr>
            <a:lvl5pPr marL="3047924" lvl="4" indent="-457189" rtl="0">
              <a:spcBef>
                <a:spcPts val="2133"/>
              </a:spcBef>
              <a:spcAft>
                <a:spcPts val="0"/>
              </a:spcAft>
              <a:buSzPts val="1800"/>
              <a:buChar char="○"/>
              <a:defRPr sz="2400"/>
            </a:lvl5pPr>
            <a:lvl6pPr marL="3657509" lvl="5" indent="-457189" rtl="0">
              <a:spcBef>
                <a:spcPts val="2133"/>
              </a:spcBef>
              <a:spcAft>
                <a:spcPts val="0"/>
              </a:spcAft>
              <a:buSzPts val="1800"/>
              <a:buChar char="■"/>
              <a:defRPr sz="2400"/>
            </a:lvl6pPr>
            <a:lvl7pPr marL="4267093" lvl="6" indent="-457189" rtl="0">
              <a:spcBef>
                <a:spcPts val="2133"/>
              </a:spcBef>
              <a:spcAft>
                <a:spcPts val="0"/>
              </a:spcAft>
              <a:buSzPts val="1800"/>
              <a:buChar char="●"/>
              <a:defRPr sz="2400"/>
            </a:lvl7pPr>
            <a:lvl8pPr marL="4876678" lvl="7" indent="-457189" rtl="0">
              <a:spcBef>
                <a:spcPts val="2133"/>
              </a:spcBef>
              <a:spcAft>
                <a:spcPts val="0"/>
              </a:spcAft>
              <a:buSzPts val="1800"/>
              <a:buChar char="○"/>
              <a:defRPr sz="2400"/>
            </a:lvl8pPr>
            <a:lvl9pPr marL="5486263" lvl="8" indent="-457189" rtl="0">
              <a:spcBef>
                <a:spcPts val="2133"/>
              </a:spcBef>
              <a:spcAft>
                <a:spcPts val="2133"/>
              </a:spcAft>
              <a:buSzPts val="1800"/>
              <a:buChar char="■"/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533992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7" name="Google Shape;857;p17"/>
          <p:cNvGrpSpPr/>
          <p:nvPr/>
        </p:nvGrpSpPr>
        <p:grpSpPr>
          <a:xfrm flipH="1">
            <a:off x="-227" y="-2517"/>
            <a:ext cx="12192243" cy="6864073"/>
            <a:chOff x="-170" y="-1888"/>
            <a:chExt cx="9144182" cy="5148055"/>
          </a:xfrm>
        </p:grpSpPr>
        <p:sp>
          <p:nvSpPr>
            <p:cNvPr id="858" name="Google Shape;858;p17"/>
            <p:cNvSpPr/>
            <p:nvPr/>
          </p:nvSpPr>
          <p:spPr>
            <a:xfrm flipH="1">
              <a:off x="3143645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9" name="Google Shape;859;p17"/>
            <p:cNvSpPr/>
            <p:nvPr/>
          </p:nvSpPr>
          <p:spPr>
            <a:xfrm flipH="1">
              <a:off x="-170" y="284850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0" name="Google Shape;860;p17"/>
            <p:cNvSpPr/>
            <p:nvPr/>
          </p:nvSpPr>
          <p:spPr>
            <a:xfrm flipH="1">
              <a:off x="9143974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1" name="Google Shape;861;p17"/>
            <p:cNvSpPr/>
            <p:nvPr/>
          </p:nvSpPr>
          <p:spPr>
            <a:xfrm flipH="1">
              <a:off x="8858242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2" name="Google Shape;862;p17"/>
            <p:cNvSpPr/>
            <p:nvPr/>
          </p:nvSpPr>
          <p:spPr>
            <a:xfrm flipH="1">
              <a:off x="8572510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3" name="Google Shape;863;p17"/>
            <p:cNvSpPr/>
            <p:nvPr/>
          </p:nvSpPr>
          <p:spPr>
            <a:xfrm flipH="1">
              <a:off x="8286778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4" name="Google Shape;864;p17"/>
            <p:cNvSpPr/>
            <p:nvPr/>
          </p:nvSpPr>
          <p:spPr>
            <a:xfrm flipH="1">
              <a:off x="8001047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5" name="Google Shape;865;p17"/>
            <p:cNvSpPr/>
            <p:nvPr/>
          </p:nvSpPr>
          <p:spPr>
            <a:xfrm flipH="1">
              <a:off x="7715315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6" name="Google Shape;866;p17"/>
            <p:cNvSpPr/>
            <p:nvPr/>
          </p:nvSpPr>
          <p:spPr>
            <a:xfrm flipH="1">
              <a:off x="7429583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7" name="Google Shape;867;p17"/>
            <p:cNvSpPr/>
            <p:nvPr/>
          </p:nvSpPr>
          <p:spPr>
            <a:xfrm flipH="1">
              <a:off x="7143851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8" name="Google Shape;868;p17"/>
            <p:cNvSpPr/>
            <p:nvPr/>
          </p:nvSpPr>
          <p:spPr>
            <a:xfrm rot="10800000" flipH="1">
              <a:off x="6858158" y="-1888"/>
              <a:ext cx="0" cy="5147280"/>
            </a:xfrm>
            <a:custGeom>
              <a:avLst/>
              <a:gdLst/>
              <a:ahLst/>
              <a:cxnLst/>
              <a:rect l="l" t="t" r="r" b="b"/>
              <a:pathLst>
                <a:path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9" name="Google Shape;869;p17"/>
            <p:cNvSpPr/>
            <p:nvPr/>
          </p:nvSpPr>
          <p:spPr>
            <a:xfrm flipH="1">
              <a:off x="6572426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0" name="Google Shape;870;p17"/>
            <p:cNvSpPr/>
            <p:nvPr/>
          </p:nvSpPr>
          <p:spPr>
            <a:xfrm flipH="1">
              <a:off x="6286695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1" name="Google Shape;871;p17"/>
            <p:cNvSpPr/>
            <p:nvPr/>
          </p:nvSpPr>
          <p:spPr>
            <a:xfrm flipH="1">
              <a:off x="6000963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2" name="Google Shape;872;p17"/>
            <p:cNvSpPr/>
            <p:nvPr/>
          </p:nvSpPr>
          <p:spPr>
            <a:xfrm flipH="1">
              <a:off x="5715231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3" name="Google Shape;873;p17"/>
            <p:cNvSpPr/>
            <p:nvPr/>
          </p:nvSpPr>
          <p:spPr>
            <a:xfrm flipH="1">
              <a:off x="5429499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4" name="Google Shape;874;p17"/>
            <p:cNvSpPr/>
            <p:nvPr/>
          </p:nvSpPr>
          <p:spPr>
            <a:xfrm flipH="1">
              <a:off x="5143768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5" name="Google Shape;875;p17"/>
            <p:cNvSpPr/>
            <p:nvPr/>
          </p:nvSpPr>
          <p:spPr>
            <a:xfrm flipH="1">
              <a:off x="4858036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6" name="Google Shape;876;p17"/>
            <p:cNvSpPr/>
            <p:nvPr/>
          </p:nvSpPr>
          <p:spPr>
            <a:xfrm flipH="1">
              <a:off x="4572304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7" name="Google Shape;877;p17"/>
            <p:cNvSpPr/>
            <p:nvPr/>
          </p:nvSpPr>
          <p:spPr>
            <a:xfrm flipH="1">
              <a:off x="4286572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8" name="Google Shape;878;p17"/>
            <p:cNvSpPr/>
            <p:nvPr/>
          </p:nvSpPr>
          <p:spPr>
            <a:xfrm flipH="1">
              <a:off x="4000841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9" name="Google Shape;879;p17"/>
            <p:cNvSpPr/>
            <p:nvPr/>
          </p:nvSpPr>
          <p:spPr>
            <a:xfrm flipH="1">
              <a:off x="3715109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0" name="Google Shape;880;p17"/>
            <p:cNvSpPr/>
            <p:nvPr/>
          </p:nvSpPr>
          <p:spPr>
            <a:xfrm flipH="1">
              <a:off x="3429377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1" name="Google Shape;881;p17"/>
            <p:cNvSpPr/>
            <p:nvPr/>
          </p:nvSpPr>
          <p:spPr>
            <a:xfrm flipH="1">
              <a:off x="-170" y="2858472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2" name="Google Shape;882;p17"/>
            <p:cNvSpPr/>
            <p:nvPr/>
          </p:nvSpPr>
          <p:spPr>
            <a:xfrm flipH="1">
              <a:off x="-170" y="2572497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1"/>
                  </a:moveTo>
                  <a:lnTo>
                    <a:pt x="154953" y="1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3" name="Google Shape;883;p17"/>
            <p:cNvSpPr/>
            <p:nvPr/>
          </p:nvSpPr>
          <p:spPr>
            <a:xfrm flipH="1">
              <a:off x="-170" y="2286561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4" name="Google Shape;884;p17"/>
            <p:cNvSpPr/>
            <p:nvPr/>
          </p:nvSpPr>
          <p:spPr>
            <a:xfrm flipH="1">
              <a:off x="-170" y="2000585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5" name="Google Shape;885;p17"/>
            <p:cNvSpPr/>
            <p:nvPr/>
          </p:nvSpPr>
          <p:spPr>
            <a:xfrm flipH="1">
              <a:off x="-170" y="1714610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1"/>
                  </a:moveTo>
                  <a:lnTo>
                    <a:pt x="154953" y="1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6" name="Google Shape;886;p17"/>
            <p:cNvSpPr/>
            <p:nvPr/>
          </p:nvSpPr>
          <p:spPr>
            <a:xfrm flipH="1">
              <a:off x="-170" y="1428674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7" name="Google Shape;887;p17"/>
            <p:cNvSpPr/>
            <p:nvPr/>
          </p:nvSpPr>
          <p:spPr>
            <a:xfrm flipH="1">
              <a:off x="-170" y="4287500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8" name="Google Shape;888;p17"/>
            <p:cNvSpPr/>
            <p:nvPr/>
          </p:nvSpPr>
          <p:spPr>
            <a:xfrm flipH="1">
              <a:off x="-170" y="4001524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1"/>
                  </a:moveTo>
                  <a:lnTo>
                    <a:pt x="154953" y="1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9" name="Google Shape;889;p17"/>
            <p:cNvSpPr/>
            <p:nvPr/>
          </p:nvSpPr>
          <p:spPr>
            <a:xfrm flipH="1">
              <a:off x="-170" y="3716321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1"/>
                  </a:moveTo>
                  <a:lnTo>
                    <a:pt x="154953" y="1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0" name="Google Shape;890;p17"/>
            <p:cNvSpPr/>
            <p:nvPr/>
          </p:nvSpPr>
          <p:spPr>
            <a:xfrm flipH="1">
              <a:off x="-170" y="3430384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1" name="Google Shape;891;p17"/>
            <p:cNvSpPr/>
            <p:nvPr/>
          </p:nvSpPr>
          <p:spPr>
            <a:xfrm flipH="1">
              <a:off x="-170" y="4859411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2" name="Google Shape;892;p17"/>
            <p:cNvSpPr/>
            <p:nvPr/>
          </p:nvSpPr>
          <p:spPr>
            <a:xfrm flipH="1">
              <a:off x="-170" y="4573436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1"/>
                  </a:moveTo>
                  <a:lnTo>
                    <a:pt x="154953" y="1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3" name="Google Shape;893;p17"/>
            <p:cNvSpPr/>
            <p:nvPr/>
          </p:nvSpPr>
          <p:spPr>
            <a:xfrm flipH="1">
              <a:off x="-170" y="3144409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1"/>
                  </a:moveTo>
                  <a:lnTo>
                    <a:pt x="154953" y="1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4" name="Google Shape;894;p17"/>
            <p:cNvSpPr/>
            <p:nvPr/>
          </p:nvSpPr>
          <p:spPr>
            <a:xfrm flipH="1">
              <a:off x="-170" y="1142698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1"/>
                  </a:moveTo>
                  <a:lnTo>
                    <a:pt x="154953" y="1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5" name="Google Shape;895;p17"/>
            <p:cNvSpPr/>
            <p:nvPr/>
          </p:nvSpPr>
          <p:spPr>
            <a:xfrm flipH="1">
              <a:off x="-170" y="856762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6" name="Google Shape;896;p17"/>
            <p:cNvSpPr/>
            <p:nvPr/>
          </p:nvSpPr>
          <p:spPr>
            <a:xfrm flipH="1">
              <a:off x="-170" y="570787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1"/>
                  </a:moveTo>
                  <a:lnTo>
                    <a:pt x="154953" y="1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7" name="Google Shape;897;p17"/>
            <p:cNvSpPr/>
            <p:nvPr/>
          </p:nvSpPr>
          <p:spPr>
            <a:xfrm flipH="1">
              <a:off x="572060" y="-1113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8" name="Google Shape;898;p17"/>
            <p:cNvSpPr/>
            <p:nvPr/>
          </p:nvSpPr>
          <p:spPr>
            <a:xfrm flipH="1">
              <a:off x="2857914" y="-1113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9" name="Google Shape;899;p17"/>
            <p:cNvSpPr/>
            <p:nvPr/>
          </p:nvSpPr>
          <p:spPr>
            <a:xfrm flipH="1">
              <a:off x="2572182" y="-1113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0" name="Google Shape;900;p17"/>
            <p:cNvSpPr/>
            <p:nvPr/>
          </p:nvSpPr>
          <p:spPr>
            <a:xfrm flipH="1">
              <a:off x="2286450" y="-1113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1" name="Google Shape;901;p17"/>
            <p:cNvSpPr/>
            <p:nvPr/>
          </p:nvSpPr>
          <p:spPr>
            <a:xfrm flipH="1">
              <a:off x="2000718" y="-1113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2" name="Google Shape;902;p17"/>
            <p:cNvSpPr/>
            <p:nvPr/>
          </p:nvSpPr>
          <p:spPr>
            <a:xfrm flipH="1">
              <a:off x="1714987" y="-1113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3" name="Google Shape;903;p17"/>
            <p:cNvSpPr/>
            <p:nvPr/>
          </p:nvSpPr>
          <p:spPr>
            <a:xfrm flipH="1">
              <a:off x="1429255" y="-1113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4" name="Google Shape;904;p17"/>
            <p:cNvSpPr/>
            <p:nvPr/>
          </p:nvSpPr>
          <p:spPr>
            <a:xfrm flipH="1">
              <a:off x="1143523" y="-1113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5" name="Google Shape;905;p17"/>
            <p:cNvSpPr/>
            <p:nvPr/>
          </p:nvSpPr>
          <p:spPr>
            <a:xfrm flipH="1">
              <a:off x="857791" y="-1113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6" name="Google Shape;906;p17"/>
            <p:cNvSpPr/>
            <p:nvPr/>
          </p:nvSpPr>
          <p:spPr>
            <a:xfrm flipH="1">
              <a:off x="596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7" name="Google Shape;907;p17"/>
            <p:cNvSpPr/>
            <p:nvPr/>
          </p:nvSpPr>
          <p:spPr>
            <a:xfrm flipH="1">
              <a:off x="286328" y="-1113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908" name="Google Shape;908;p17"/>
          <p:cNvGrpSpPr/>
          <p:nvPr/>
        </p:nvGrpSpPr>
        <p:grpSpPr>
          <a:xfrm rot="5400000">
            <a:off x="8657559" y="3327192"/>
            <a:ext cx="4104005" cy="2964877"/>
            <a:chOff x="-4142837" y="-571829"/>
            <a:chExt cx="3078004" cy="2223658"/>
          </a:xfrm>
        </p:grpSpPr>
        <p:sp>
          <p:nvSpPr>
            <p:cNvPr id="909" name="Google Shape;909;p17"/>
            <p:cNvSpPr/>
            <p:nvPr/>
          </p:nvSpPr>
          <p:spPr>
            <a:xfrm>
              <a:off x="-4142833" y="-571829"/>
              <a:ext cx="3078000" cy="2223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910" name="Google Shape;910;p17"/>
            <p:cNvGrpSpPr/>
            <p:nvPr/>
          </p:nvGrpSpPr>
          <p:grpSpPr>
            <a:xfrm>
              <a:off x="-4142837" y="-571816"/>
              <a:ext cx="3008435" cy="2223646"/>
              <a:chOff x="-637" y="2921359"/>
              <a:chExt cx="3008435" cy="2223646"/>
            </a:xfrm>
          </p:grpSpPr>
          <p:sp>
            <p:nvSpPr>
              <p:cNvPr id="911" name="Google Shape;911;p17"/>
              <p:cNvSpPr/>
              <p:nvPr/>
            </p:nvSpPr>
            <p:spPr>
              <a:xfrm>
                <a:off x="-637" y="2921359"/>
                <a:ext cx="67102" cy="2223646"/>
              </a:xfrm>
              <a:custGeom>
                <a:avLst/>
                <a:gdLst/>
                <a:ahLst/>
                <a:cxnLst/>
                <a:rect l="l" t="t" r="r" b="b"/>
                <a:pathLst>
                  <a:path w="1741" h="57641" extrusionOk="0">
                    <a:moveTo>
                      <a:pt x="1" y="1"/>
                    </a:moveTo>
                    <a:lnTo>
                      <a:pt x="1" y="57641"/>
                    </a:lnTo>
                    <a:lnTo>
                      <a:pt x="1740" y="57641"/>
                    </a:lnTo>
                    <a:lnTo>
                      <a:pt x="1740" y="1"/>
                    </a:lnTo>
                    <a:close/>
                  </a:path>
                </a:pathLst>
              </a:custGeom>
              <a:solidFill>
                <a:srgbClr val="0B0B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12" name="Google Shape;912;p17"/>
              <p:cNvSpPr/>
              <p:nvPr/>
            </p:nvSpPr>
            <p:spPr>
              <a:xfrm>
                <a:off x="182878" y="2921359"/>
                <a:ext cx="67835" cy="2223646"/>
              </a:xfrm>
              <a:custGeom>
                <a:avLst/>
                <a:gdLst/>
                <a:ahLst/>
                <a:cxnLst/>
                <a:rect l="l" t="t" r="r" b="b"/>
                <a:pathLst>
                  <a:path w="1760" h="57641" extrusionOk="0">
                    <a:moveTo>
                      <a:pt x="0" y="1"/>
                    </a:moveTo>
                    <a:lnTo>
                      <a:pt x="0" y="57641"/>
                    </a:lnTo>
                    <a:lnTo>
                      <a:pt x="1760" y="57641"/>
                    </a:lnTo>
                    <a:lnTo>
                      <a:pt x="1760" y="1"/>
                    </a:lnTo>
                    <a:close/>
                  </a:path>
                </a:pathLst>
              </a:custGeom>
              <a:solidFill>
                <a:srgbClr val="0B0B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13" name="Google Shape;913;p17"/>
              <p:cNvSpPr/>
              <p:nvPr/>
            </p:nvSpPr>
            <p:spPr>
              <a:xfrm>
                <a:off x="367126" y="2921359"/>
                <a:ext cx="67064" cy="2223646"/>
              </a:xfrm>
              <a:custGeom>
                <a:avLst/>
                <a:gdLst/>
                <a:ahLst/>
                <a:cxnLst/>
                <a:rect l="l" t="t" r="r" b="b"/>
                <a:pathLst>
                  <a:path w="1740" h="57641" extrusionOk="0">
                    <a:moveTo>
                      <a:pt x="0" y="1"/>
                    </a:moveTo>
                    <a:lnTo>
                      <a:pt x="0" y="57641"/>
                    </a:lnTo>
                    <a:lnTo>
                      <a:pt x="1739" y="57641"/>
                    </a:lnTo>
                    <a:lnTo>
                      <a:pt x="1739" y="1"/>
                    </a:lnTo>
                    <a:close/>
                  </a:path>
                </a:pathLst>
              </a:custGeom>
              <a:solidFill>
                <a:srgbClr val="0B0B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14" name="Google Shape;914;p17"/>
              <p:cNvSpPr/>
              <p:nvPr/>
            </p:nvSpPr>
            <p:spPr>
              <a:xfrm>
                <a:off x="550603" y="2921359"/>
                <a:ext cx="67102" cy="2223646"/>
              </a:xfrm>
              <a:custGeom>
                <a:avLst/>
                <a:gdLst/>
                <a:ahLst/>
                <a:cxnLst/>
                <a:rect l="l" t="t" r="r" b="b"/>
                <a:pathLst>
                  <a:path w="1741" h="57641" extrusionOk="0">
                    <a:moveTo>
                      <a:pt x="1" y="1"/>
                    </a:moveTo>
                    <a:lnTo>
                      <a:pt x="1" y="57641"/>
                    </a:lnTo>
                    <a:lnTo>
                      <a:pt x="1740" y="57641"/>
                    </a:lnTo>
                    <a:lnTo>
                      <a:pt x="1740" y="1"/>
                    </a:lnTo>
                    <a:close/>
                  </a:path>
                </a:pathLst>
              </a:custGeom>
              <a:solidFill>
                <a:srgbClr val="0B0B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15" name="Google Shape;915;p17"/>
              <p:cNvSpPr/>
              <p:nvPr/>
            </p:nvSpPr>
            <p:spPr>
              <a:xfrm>
                <a:off x="734118" y="2921359"/>
                <a:ext cx="67835" cy="2223646"/>
              </a:xfrm>
              <a:custGeom>
                <a:avLst/>
                <a:gdLst/>
                <a:ahLst/>
                <a:cxnLst/>
                <a:rect l="l" t="t" r="r" b="b"/>
                <a:pathLst>
                  <a:path w="1760" h="57641" extrusionOk="0">
                    <a:moveTo>
                      <a:pt x="0" y="1"/>
                    </a:moveTo>
                    <a:lnTo>
                      <a:pt x="0" y="57641"/>
                    </a:lnTo>
                    <a:lnTo>
                      <a:pt x="1760" y="57641"/>
                    </a:lnTo>
                    <a:lnTo>
                      <a:pt x="1760" y="1"/>
                    </a:lnTo>
                    <a:close/>
                  </a:path>
                </a:pathLst>
              </a:custGeom>
              <a:solidFill>
                <a:srgbClr val="0B0B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16" name="Google Shape;916;p17"/>
              <p:cNvSpPr/>
              <p:nvPr/>
            </p:nvSpPr>
            <p:spPr>
              <a:xfrm>
                <a:off x="918366" y="2921359"/>
                <a:ext cx="67102" cy="2223646"/>
              </a:xfrm>
              <a:custGeom>
                <a:avLst/>
                <a:gdLst/>
                <a:ahLst/>
                <a:cxnLst/>
                <a:rect l="l" t="t" r="r" b="b"/>
                <a:pathLst>
                  <a:path w="1741" h="57641" extrusionOk="0">
                    <a:moveTo>
                      <a:pt x="1" y="1"/>
                    </a:moveTo>
                    <a:lnTo>
                      <a:pt x="1" y="57641"/>
                    </a:lnTo>
                    <a:lnTo>
                      <a:pt x="1740" y="57641"/>
                    </a:lnTo>
                    <a:lnTo>
                      <a:pt x="1740" y="1"/>
                    </a:lnTo>
                    <a:close/>
                  </a:path>
                </a:pathLst>
              </a:custGeom>
              <a:solidFill>
                <a:srgbClr val="0B0B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17" name="Google Shape;917;p17"/>
              <p:cNvSpPr/>
              <p:nvPr/>
            </p:nvSpPr>
            <p:spPr>
              <a:xfrm>
                <a:off x="1101881" y="2921359"/>
                <a:ext cx="67873" cy="2223646"/>
              </a:xfrm>
              <a:custGeom>
                <a:avLst/>
                <a:gdLst/>
                <a:ahLst/>
                <a:cxnLst/>
                <a:rect l="l" t="t" r="r" b="b"/>
                <a:pathLst>
                  <a:path w="1761" h="57641" extrusionOk="0">
                    <a:moveTo>
                      <a:pt x="1" y="1"/>
                    </a:moveTo>
                    <a:lnTo>
                      <a:pt x="1" y="57641"/>
                    </a:lnTo>
                    <a:lnTo>
                      <a:pt x="1760" y="57641"/>
                    </a:lnTo>
                    <a:lnTo>
                      <a:pt x="1760" y="1"/>
                    </a:lnTo>
                    <a:close/>
                  </a:path>
                </a:pathLst>
              </a:custGeom>
              <a:solidFill>
                <a:srgbClr val="0B0B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18" name="Google Shape;918;p17"/>
              <p:cNvSpPr/>
              <p:nvPr/>
            </p:nvSpPr>
            <p:spPr>
              <a:xfrm>
                <a:off x="1286167" y="2921359"/>
                <a:ext cx="67064" cy="2223646"/>
              </a:xfrm>
              <a:custGeom>
                <a:avLst/>
                <a:gdLst/>
                <a:ahLst/>
                <a:cxnLst/>
                <a:rect l="l" t="t" r="r" b="b"/>
                <a:pathLst>
                  <a:path w="1740" h="57641" extrusionOk="0">
                    <a:moveTo>
                      <a:pt x="0" y="1"/>
                    </a:moveTo>
                    <a:lnTo>
                      <a:pt x="0" y="57641"/>
                    </a:lnTo>
                    <a:lnTo>
                      <a:pt x="1740" y="57641"/>
                    </a:lnTo>
                    <a:lnTo>
                      <a:pt x="1740" y="1"/>
                    </a:lnTo>
                    <a:close/>
                  </a:path>
                </a:pathLst>
              </a:custGeom>
              <a:solidFill>
                <a:srgbClr val="0B0B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19" name="Google Shape;919;p17"/>
              <p:cNvSpPr/>
              <p:nvPr/>
            </p:nvSpPr>
            <p:spPr>
              <a:xfrm>
                <a:off x="1469644" y="2921359"/>
                <a:ext cx="67102" cy="2223646"/>
              </a:xfrm>
              <a:custGeom>
                <a:avLst/>
                <a:gdLst/>
                <a:ahLst/>
                <a:cxnLst/>
                <a:rect l="l" t="t" r="r" b="b"/>
                <a:pathLst>
                  <a:path w="1741" h="57641" extrusionOk="0">
                    <a:moveTo>
                      <a:pt x="1" y="1"/>
                    </a:moveTo>
                    <a:lnTo>
                      <a:pt x="1" y="57641"/>
                    </a:lnTo>
                    <a:lnTo>
                      <a:pt x="1740" y="57641"/>
                    </a:lnTo>
                    <a:lnTo>
                      <a:pt x="1740" y="1"/>
                    </a:lnTo>
                    <a:close/>
                  </a:path>
                </a:pathLst>
              </a:custGeom>
              <a:solidFill>
                <a:srgbClr val="0B0B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20" name="Google Shape;920;p17"/>
              <p:cNvSpPr/>
              <p:nvPr/>
            </p:nvSpPr>
            <p:spPr>
              <a:xfrm>
                <a:off x="1653159" y="2921359"/>
                <a:ext cx="67835" cy="2223646"/>
              </a:xfrm>
              <a:custGeom>
                <a:avLst/>
                <a:gdLst/>
                <a:ahLst/>
                <a:cxnLst/>
                <a:rect l="l" t="t" r="r" b="b"/>
                <a:pathLst>
                  <a:path w="1760" h="57641" extrusionOk="0">
                    <a:moveTo>
                      <a:pt x="0" y="1"/>
                    </a:moveTo>
                    <a:lnTo>
                      <a:pt x="0" y="57641"/>
                    </a:lnTo>
                    <a:lnTo>
                      <a:pt x="1760" y="57641"/>
                    </a:lnTo>
                    <a:lnTo>
                      <a:pt x="1760" y="1"/>
                    </a:lnTo>
                    <a:close/>
                  </a:path>
                </a:pathLst>
              </a:custGeom>
              <a:solidFill>
                <a:srgbClr val="0B0B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21" name="Google Shape;921;p17"/>
              <p:cNvSpPr/>
              <p:nvPr/>
            </p:nvSpPr>
            <p:spPr>
              <a:xfrm>
                <a:off x="1837407" y="2921359"/>
                <a:ext cx="67064" cy="2223646"/>
              </a:xfrm>
              <a:custGeom>
                <a:avLst/>
                <a:gdLst/>
                <a:ahLst/>
                <a:cxnLst/>
                <a:rect l="l" t="t" r="r" b="b"/>
                <a:pathLst>
                  <a:path w="1740" h="57641" extrusionOk="0">
                    <a:moveTo>
                      <a:pt x="0" y="1"/>
                    </a:moveTo>
                    <a:lnTo>
                      <a:pt x="0" y="57641"/>
                    </a:lnTo>
                    <a:lnTo>
                      <a:pt x="1739" y="57641"/>
                    </a:lnTo>
                    <a:lnTo>
                      <a:pt x="1739" y="1"/>
                    </a:lnTo>
                    <a:close/>
                  </a:path>
                </a:pathLst>
              </a:custGeom>
              <a:solidFill>
                <a:srgbClr val="0B0B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22" name="Google Shape;922;p17"/>
              <p:cNvSpPr/>
              <p:nvPr/>
            </p:nvSpPr>
            <p:spPr>
              <a:xfrm>
                <a:off x="2020884" y="2921359"/>
                <a:ext cx="67102" cy="2223646"/>
              </a:xfrm>
              <a:custGeom>
                <a:avLst/>
                <a:gdLst/>
                <a:ahLst/>
                <a:cxnLst/>
                <a:rect l="l" t="t" r="r" b="b"/>
                <a:pathLst>
                  <a:path w="1741" h="57641" extrusionOk="0">
                    <a:moveTo>
                      <a:pt x="1" y="1"/>
                    </a:moveTo>
                    <a:lnTo>
                      <a:pt x="1" y="57641"/>
                    </a:lnTo>
                    <a:lnTo>
                      <a:pt x="1740" y="57641"/>
                    </a:lnTo>
                    <a:lnTo>
                      <a:pt x="1740" y="1"/>
                    </a:lnTo>
                    <a:close/>
                  </a:path>
                </a:pathLst>
              </a:custGeom>
              <a:solidFill>
                <a:srgbClr val="0B0B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23" name="Google Shape;923;p17"/>
              <p:cNvSpPr/>
              <p:nvPr/>
            </p:nvSpPr>
            <p:spPr>
              <a:xfrm>
                <a:off x="2204399" y="2921359"/>
                <a:ext cx="67835" cy="2223646"/>
              </a:xfrm>
              <a:custGeom>
                <a:avLst/>
                <a:gdLst/>
                <a:ahLst/>
                <a:cxnLst/>
                <a:rect l="l" t="t" r="r" b="b"/>
                <a:pathLst>
                  <a:path w="1760" h="57641" extrusionOk="0">
                    <a:moveTo>
                      <a:pt x="0" y="1"/>
                    </a:moveTo>
                    <a:lnTo>
                      <a:pt x="0" y="57641"/>
                    </a:lnTo>
                    <a:lnTo>
                      <a:pt x="1760" y="57641"/>
                    </a:lnTo>
                    <a:lnTo>
                      <a:pt x="1760" y="1"/>
                    </a:lnTo>
                    <a:close/>
                  </a:path>
                </a:pathLst>
              </a:custGeom>
              <a:solidFill>
                <a:srgbClr val="0B0B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24" name="Google Shape;924;p17"/>
              <p:cNvSpPr/>
              <p:nvPr/>
            </p:nvSpPr>
            <p:spPr>
              <a:xfrm>
                <a:off x="2388647" y="2921359"/>
                <a:ext cx="67102" cy="2223646"/>
              </a:xfrm>
              <a:custGeom>
                <a:avLst/>
                <a:gdLst/>
                <a:ahLst/>
                <a:cxnLst/>
                <a:rect l="l" t="t" r="r" b="b"/>
                <a:pathLst>
                  <a:path w="1741" h="57641" extrusionOk="0">
                    <a:moveTo>
                      <a:pt x="1" y="1"/>
                    </a:moveTo>
                    <a:lnTo>
                      <a:pt x="1" y="57641"/>
                    </a:lnTo>
                    <a:lnTo>
                      <a:pt x="1740" y="57641"/>
                    </a:lnTo>
                    <a:lnTo>
                      <a:pt x="1740" y="1"/>
                    </a:lnTo>
                    <a:close/>
                  </a:path>
                </a:pathLst>
              </a:custGeom>
              <a:solidFill>
                <a:srgbClr val="0B0B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25" name="Google Shape;925;p17"/>
              <p:cNvSpPr/>
              <p:nvPr/>
            </p:nvSpPr>
            <p:spPr>
              <a:xfrm>
                <a:off x="2572162" y="2921359"/>
                <a:ext cx="67873" cy="2223646"/>
              </a:xfrm>
              <a:custGeom>
                <a:avLst/>
                <a:gdLst/>
                <a:ahLst/>
                <a:cxnLst/>
                <a:rect l="l" t="t" r="r" b="b"/>
                <a:pathLst>
                  <a:path w="1761" h="57641" extrusionOk="0">
                    <a:moveTo>
                      <a:pt x="1" y="1"/>
                    </a:moveTo>
                    <a:lnTo>
                      <a:pt x="1" y="57641"/>
                    </a:lnTo>
                    <a:lnTo>
                      <a:pt x="1760" y="57641"/>
                    </a:lnTo>
                    <a:lnTo>
                      <a:pt x="1760" y="1"/>
                    </a:lnTo>
                    <a:close/>
                  </a:path>
                </a:pathLst>
              </a:custGeom>
              <a:solidFill>
                <a:srgbClr val="0B0B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26" name="Google Shape;926;p17"/>
              <p:cNvSpPr/>
              <p:nvPr/>
            </p:nvSpPr>
            <p:spPr>
              <a:xfrm>
                <a:off x="2756448" y="2921359"/>
                <a:ext cx="67064" cy="2223646"/>
              </a:xfrm>
              <a:custGeom>
                <a:avLst/>
                <a:gdLst/>
                <a:ahLst/>
                <a:cxnLst/>
                <a:rect l="l" t="t" r="r" b="b"/>
                <a:pathLst>
                  <a:path w="1740" h="57641" extrusionOk="0">
                    <a:moveTo>
                      <a:pt x="0" y="1"/>
                    </a:moveTo>
                    <a:lnTo>
                      <a:pt x="0" y="57641"/>
                    </a:lnTo>
                    <a:lnTo>
                      <a:pt x="1740" y="57641"/>
                    </a:lnTo>
                    <a:lnTo>
                      <a:pt x="1740" y="1"/>
                    </a:lnTo>
                    <a:close/>
                  </a:path>
                </a:pathLst>
              </a:custGeom>
              <a:solidFill>
                <a:srgbClr val="0B0B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27" name="Google Shape;927;p17"/>
              <p:cNvSpPr/>
              <p:nvPr/>
            </p:nvSpPr>
            <p:spPr>
              <a:xfrm>
                <a:off x="2939925" y="2921359"/>
                <a:ext cx="67873" cy="2223646"/>
              </a:xfrm>
              <a:custGeom>
                <a:avLst/>
                <a:gdLst/>
                <a:ahLst/>
                <a:cxnLst/>
                <a:rect l="l" t="t" r="r" b="b"/>
                <a:pathLst>
                  <a:path w="1761" h="57641" extrusionOk="0">
                    <a:moveTo>
                      <a:pt x="1" y="1"/>
                    </a:moveTo>
                    <a:lnTo>
                      <a:pt x="1" y="57641"/>
                    </a:lnTo>
                    <a:lnTo>
                      <a:pt x="1760" y="57641"/>
                    </a:lnTo>
                    <a:lnTo>
                      <a:pt x="1760" y="1"/>
                    </a:lnTo>
                    <a:close/>
                  </a:path>
                </a:pathLst>
              </a:custGeom>
              <a:solidFill>
                <a:srgbClr val="0B0B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sp>
        <p:nvSpPr>
          <p:cNvPr id="928" name="Google Shape;928;p17"/>
          <p:cNvSpPr/>
          <p:nvPr/>
        </p:nvSpPr>
        <p:spPr>
          <a:xfrm rot="5400000">
            <a:off x="1138" y="-3748"/>
            <a:ext cx="2472527" cy="2474824"/>
          </a:xfrm>
          <a:custGeom>
            <a:avLst/>
            <a:gdLst/>
            <a:ahLst/>
            <a:cxnLst/>
            <a:rect l="l" t="t" r="r" b="b"/>
            <a:pathLst>
              <a:path w="48113" h="48114" extrusionOk="0">
                <a:moveTo>
                  <a:pt x="0" y="1"/>
                </a:moveTo>
                <a:lnTo>
                  <a:pt x="0" y="26528"/>
                </a:lnTo>
                <a:cubicBezTo>
                  <a:pt x="11920" y="26528"/>
                  <a:pt x="21586" y="36194"/>
                  <a:pt x="21606" y="48113"/>
                </a:cubicBezTo>
                <a:lnTo>
                  <a:pt x="48113" y="48113"/>
                </a:lnTo>
                <a:cubicBezTo>
                  <a:pt x="48113" y="21547"/>
                  <a:pt x="26567" y="1"/>
                  <a:pt x="0" y="1"/>
                </a:cubicBezTo>
                <a:close/>
              </a:path>
            </a:pathLst>
          </a:custGeom>
          <a:solidFill>
            <a:srgbClr val="0B0B0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29" name="Google Shape;929;p17"/>
          <p:cNvSpPr/>
          <p:nvPr/>
        </p:nvSpPr>
        <p:spPr>
          <a:xfrm rot="10800000" flipH="1">
            <a:off x="3526000" y="5264433"/>
            <a:ext cx="5792400" cy="1597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30" name="Google Shape;930;p17"/>
          <p:cNvSpPr/>
          <p:nvPr/>
        </p:nvSpPr>
        <p:spPr>
          <a:xfrm rot="10800000" flipH="1">
            <a:off x="10973200" y="9"/>
            <a:ext cx="1218800" cy="3429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931" name="Google Shape;931;p17"/>
          <p:cNvGrpSpPr/>
          <p:nvPr/>
        </p:nvGrpSpPr>
        <p:grpSpPr>
          <a:xfrm>
            <a:off x="960000" y="720000"/>
            <a:ext cx="10373600" cy="5520800"/>
            <a:chOff x="720000" y="540000"/>
            <a:chExt cx="7780200" cy="4140600"/>
          </a:xfrm>
        </p:grpSpPr>
        <p:sp>
          <p:nvSpPr>
            <p:cNvPr id="932" name="Google Shape;932;p17"/>
            <p:cNvSpPr/>
            <p:nvPr/>
          </p:nvSpPr>
          <p:spPr>
            <a:xfrm>
              <a:off x="796200" y="616200"/>
              <a:ext cx="7704000" cy="40644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33" name="Google Shape;933;p17"/>
            <p:cNvSpPr/>
            <p:nvPr/>
          </p:nvSpPr>
          <p:spPr>
            <a:xfrm>
              <a:off x="720000" y="540000"/>
              <a:ext cx="7704000" cy="40644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934" name="Google Shape;934;p17"/>
          <p:cNvSpPr txBox="1">
            <a:spLocks noGrp="1"/>
          </p:cNvSpPr>
          <p:nvPr>
            <p:ph type="title"/>
          </p:nvPr>
        </p:nvSpPr>
        <p:spPr>
          <a:xfrm>
            <a:off x="960000" y="1037500"/>
            <a:ext cx="10272000" cy="85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4267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 sz="4267"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 sz="4267"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 sz="4267"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 sz="4267"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 sz="4267"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 sz="4267"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 sz="4267"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 sz="4267"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35" name="Google Shape;935;p17"/>
          <p:cNvSpPr txBox="1">
            <a:spLocks noGrp="1"/>
          </p:cNvSpPr>
          <p:nvPr>
            <p:ph type="subTitle" idx="1"/>
          </p:nvPr>
        </p:nvSpPr>
        <p:spPr>
          <a:xfrm>
            <a:off x="2017676" y="2351377"/>
            <a:ext cx="3188800" cy="49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36" name="Google Shape;936;p17"/>
          <p:cNvSpPr txBox="1">
            <a:spLocks noGrp="1"/>
          </p:cNvSpPr>
          <p:nvPr>
            <p:ph type="subTitle" idx="2"/>
          </p:nvPr>
        </p:nvSpPr>
        <p:spPr>
          <a:xfrm>
            <a:off x="2017676" y="2846677"/>
            <a:ext cx="3188800" cy="81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37" name="Google Shape;937;p17"/>
          <p:cNvSpPr txBox="1">
            <a:spLocks noGrp="1"/>
          </p:cNvSpPr>
          <p:nvPr>
            <p:ph type="subTitle" idx="3"/>
          </p:nvPr>
        </p:nvSpPr>
        <p:spPr>
          <a:xfrm>
            <a:off x="6985524" y="2351377"/>
            <a:ext cx="3188800" cy="49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38" name="Google Shape;938;p17"/>
          <p:cNvSpPr txBox="1">
            <a:spLocks noGrp="1"/>
          </p:cNvSpPr>
          <p:nvPr>
            <p:ph type="subTitle" idx="4"/>
          </p:nvPr>
        </p:nvSpPr>
        <p:spPr>
          <a:xfrm>
            <a:off x="6985524" y="2846677"/>
            <a:ext cx="3188800" cy="81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39" name="Google Shape;939;p17"/>
          <p:cNvSpPr txBox="1">
            <a:spLocks noGrp="1"/>
          </p:cNvSpPr>
          <p:nvPr>
            <p:ph type="subTitle" idx="5"/>
          </p:nvPr>
        </p:nvSpPr>
        <p:spPr>
          <a:xfrm>
            <a:off x="2017676" y="4103977"/>
            <a:ext cx="3188800" cy="49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40" name="Google Shape;940;p17"/>
          <p:cNvSpPr txBox="1">
            <a:spLocks noGrp="1"/>
          </p:cNvSpPr>
          <p:nvPr>
            <p:ph type="subTitle" idx="6"/>
          </p:nvPr>
        </p:nvSpPr>
        <p:spPr>
          <a:xfrm>
            <a:off x="2017676" y="4599277"/>
            <a:ext cx="3188800" cy="81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41" name="Google Shape;941;p17"/>
          <p:cNvSpPr txBox="1">
            <a:spLocks noGrp="1"/>
          </p:cNvSpPr>
          <p:nvPr>
            <p:ph type="subTitle" idx="7"/>
          </p:nvPr>
        </p:nvSpPr>
        <p:spPr>
          <a:xfrm>
            <a:off x="6985524" y="4103977"/>
            <a:ext cx="3188800" cy="49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42" name="Google Shape;942;p17"/>
          <p:cNvSpPr txBox="1">
            <a:spLocks noGrp="1"/>
          </p:cNvSpPr>
          <p:nvPr>
            <p:ph type="subTitle" idx="8"/>
          </p:nvPr>
        </p:nvSpPr>
        <p:spPr>
          <a:xfrm>
            <a:off x="6985524" y="4599277"/>
            <a:ext cx="3188800" cy="81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644736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spTree>
      <p:nvGrpSpPr>
        <p:cNvPr id="1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4" name="Google Shape;944;p18"/>
          <p:cNvGrpSpPr/>
          <p:nvPr/>
        </p:nvGrpSpPr>
        <p:grpSpPr>
          <a:xfrm>
            <a:off x="1409677" y="-3043"/>
            <a:ext cx="3435447" cy="2392004"/>
            <a:chOff x="238" y="3350525"/>
            <a:chExt cx="2647812" cy="1794900"/>
          </a:xfrm>
        </p:grpSpPr>
        <p:sp>
          <p:nvSpPr>
            <p:cNvPr id="945" name="Google Shape;945;p18"/>
            <p:cNvSpPr/>
            <p:nvPr/>
          </p:nvSpPr>
          <p:spPr>
            <a:xfrm>
              <a:off x="250" y="3350525"/>
              <a:ext cx="2647800" cy="1794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946" name="Google Shape;946;p18"/>
            <p:cNvGrpSpPr/>
            <p:nvPr/>
          </p:nvGrpSpPr>
          <p:grpSpPr>
            <a:xfrm flipH="1">
              <a:off x="238" y="3477538"/>
              <a:ext cx="2647742" cy="1543447"/>
              <a:chOff x="4823024" y="3477260"/>
              <a:chExt cx="2971318" cy="1543447"/>
            </a:xfrm>
          </p:grpSpPr>
          <p:sp>
            <p:nvSpPr>
              <p:cNvPr id="947" name="Google Shape;947;p18"/>
              <p:cNvSpPr/>
              <p:nvPr/>
            </p:nvSpPr>
            <p:spPr>
              <a:xfrm>
                <a:off x="4823024" y="3477260"/>
                <a:ext cx="2971318" cy="39"/>
              </a:xfrm>
              <a:custGeom>
                <a:avLst/>
                <a:gdLst/>
                <a:ahLst/>
                <a:cxnLst/>
                <a:rect l="l" t="t" r="r" b="b"/>
                <a:pathLst>
                  <a:path w="77092" h="1" fill="none" extrusionOk="0">
                    <a:moveTo>
                      <a:pt x="0" y="1"/>
                    </a:moveTo>
                    <a:lnTo>
                      <a:pt x="77091" y="1"/>
                    </a:lnTo>
                  </a:path>
                </a:pathLst>
              </a:custGeom>
              <a:noFill/>
              <a:ln w="4450" cap="flat" cmpd="sng">
                <a:solidFill>
                  <a:srgbClr val="0B0B0B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48" name="Google Shape;948;p18"/>
              <p:cNvSpPr/>
              <p:nvPr/>
            </p:nvSpPr>
            <p:spPr>
              <a:xfrm>
                <a:off x="4823024" y="3617567"/>
                <a:ext cx="2971318" cy="39"/>
              </a:xfrm>
              <a:custGeom>
                <a:avLst/>
                <a:gdLst/>
                <a:ahLst/>
                <a:cxnLst/>
                <a:rect l="l" t="t" r="r" b="b"/>
                <a:pathLst>
                  <a:path w="77092" h="1" fill="none" extrusionOk="0">
                    <a:moveTo>
                      <a:pt x="0" y="1"/>
                    </a:moveTo>
                    <a:lnTo>
                      <a:pt x="77091" y="1"/>
                    </a:lnTo>
                  </a:path>
                </a:pathLst>
              </a:custGeom>
              <a:noFill/>
              <a:ln w="4450" cap="flat" cmpd="sng">
                <a:solidFill>
                  <a:srgbClr val="0B0B0B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49" name="Google Shape;949;p18"/>
              <p:cNvSpPr/>
              <p:nvPr/>
            </p:nvSpPr>
            <p:spPr>
              <a:xfrm>
                <a:off x="4823024" y="3757912"/>
                <a:ext cx="2971318" cy="39"/>
              </a:xfrm>
              <a:custGeom>
                <a:avLst/>
                <a:gdLst/>
                <a:ahLst/>
                <a:cxnLst/>
                <a:rect l="l" t="t" r="r" b="b"/>
                <a:pathLst>
                  <a:path w="77092" h="1" fill="none" extrusionOk="0">
                    <a:moveTo>
                      <a:pt x="0" y="0"/>
                    </a:moveTo>
                    <a:lnTo>
                      <a:pt x="77091" y="0"/>
                    </a:lnTo>
                  </a:path>
                </a:pathLst>
              </a:custGeom>
              <a:noFill/>
              <a:ln w="4450" cap="flat" cmpd="sng">
                <a:solidFill>
                  <a:srgbClr val="0B0B0B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50" name="Google Shape;950;p18"/>
              <p:cNvSpPr/>
              <p:nvPr/>
            </p:nvSpPr>
            <p:spPr>
              <a:xfrm>
                <a:off x="4823024" y="3898218"/>
                <a:ext cx="2971318" cy="39"/>
              </a:xfrm>
              <a:custGeom>
                <a:avLst/>
                <a:gdLst/>
                <a:ahLst/>
                <a:cxnLst/>
                <a:rect l="l" t="t" r="r" b="b"/>
                <a:pathLst>
                  <a:path w="77092" h="1" fill="none" extrusionOk="0">
                    <a:moveTo>
                      <a:pt x="0" y="0"/>
                    </a:moveTo>
                    <a:lnTo>
                      <a:pt x="77091" y="0"/>
                    </a:lnTo>
                  </a:path>
                </a:pathLst>
              </a:custGeom>
              <a:noFill/>
              <a:ln w="4450" cap="flat" cmpd="sng">
                <a:solidFill>
                  <a:srgbClr val="0B0B0B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51" name="Google Shape;951;p18"/>
              <p:cNvSpPr/>
              <p:nvPr/>
            </p:nvSpPr>
            <p:spPr>
              <a:xfrm>
                <a:off x="4823024" y="4038524"/>
                <a:ext cx="2971318" cy="39"/>
              </a:xfrm>
              <a:custGeom>
                <a:avLst/>
                <a:gdLst/>
                <a:ahLst/>
                <a:cxnLst/>
                <a:rect l="l" t="t" r="r" b="b"/>
                <a:pathLst>
                  <a:path w="77092" h="1" fill="none" extrusionOk="0">
                    <a:moveTo>
                      <a:pt x="0" y="0"/>
                    </a:moveTo>
                    <a:lnTo>
                      <a:pt x="77091" y="0"/>
                    </a:lnTo>
                  </a:path>
                </a:pathLst>
              </a:custGeom>
              <a:noFill/>
              <a:ln w="4450" cap="flat" cmpd="sng">
                <a:solidFill>
                  <a:srgbClr val="0B0B0B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52" name="Google Shape;952;p18"/>
              <p:cNvSpPr/>
              <p:nvPr/>
            </p:nvSpPr>
            <p:spPr>
              <a:xfrm>
                <a:off x="4823024" y="4178831"/>
                <a:ext cx="2971318" cy="39"/>
              </a:xfrm>
              <a:custGeom>
                <a:avLst/>
                <a:gdLst/>
                <a:ahLst/>
                <a:cxnLst/>
                <a:rect l="l" t="t" r="r" b="b"/>
                <a:pathLst>
                  <a:path w="77092" h="1" fill="none" extrusionOk="0">
                    <a:moveTo>
                      <a:pt x="0" y="0"/>
                    </a:moveTo>
                    <a:lnTo>
                      <a:pt x="77091" y="0"/>
                    </a:lnTo>
                  </a:path>
                </a:pathLst>
              </a:custGeom>
              <a:noFill/>
              <a:ln w="4450" cap="flat" cmpd="sng">
                <a:solidFill>
                  <a:srgbClr val="0B0B0B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53" name="Google Shape;953;p18"/>
              <p:cNvSpPr/>
              <p:nvPr/>
            </p:nvSpPr>
            <p:spPr>
              <a:xfrm>
                <a:off x="4823024" y="4319137"/>
                <a:ext cx="2971318" cy="39"/>
              </a:xfrm>
              <a:custGeom>
                <a:avLst/>
                <a:gdLst/>
                <a:ahLst/>
                <a:cxnLst/>
                <a:rect l="l" t="t" r="r" b="b"/>
                <a:pathLst>
                  <a:path w="77092" h="1" fill="none" extrusionOk="0">
                    <a:moveTo>
                      <a:pt x="0" y="0"/>
                    </a:moveTo>
                    <a:lnTo>
                      <a:pt x="77091" y="0"/>
                    </a:lnTo>
                  </a:path>
                </a:pathLst>
              </a:custGeom>
              <a:noFill/>
              <a:ln w="4450" cap="flat" cmpd="sng">
                <a:solidFill>
                  <a:srgbClr val="0B0B0B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54" name="Google Shape;954;p18"/>
              <p:cNvSpPr/>
              <p:nvPr/>
            </p:nvSpPr>
            <p:spPr>
              <a:xfrm>
                <a:off x="4823024" y="4459444"/>
                <a:ext cx="2971318" cy="39"/>
              </a:xfrm>
              <a:custGeom>
                <a:avLst/>
                <a:gdLst/>
                <a:ahLst/>
                <a:cxnLst/>
                <a:rect l="l" t="t" r="r" b="b"/>
                <a:pathLst>
                  <a:path w="77092" h="1" fill="none" extrusionOk="0">
                    <a:moveTo>
                      <a:pt x="0" y="1"/>
                    </a:moveTo>
                    <a:lnTo>
                      <a:pt x="77091" y="1"/>
                    </a:lnTo>
                  </a:path>
                </a:pathLst>
              </a:custGeom>
              <a:noFill/>
              <a:ln w="4450" cap="flat" cmpd="sng">
                <a:solidFill>
                  <a:srgbClr val="0B0B0B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55" name="Google Shape;955;p18"/>
              <p:cNvSpPr/>
              <p:nvPr/>
            </p:nvSpPr>
            <p:spPr>
              <a:xfrm>
                <a:off x="4823024" y="4599750"/>
                <a:ext cx="2971318" cy="39"/>
              </a:xfrm>
              <a:custGeom>
                <a:avLst/>
                <a:gdLst/>
                <a:ahLst/>
                <a:cxnLst/>
                <a:rect l="l" t="t" r="r" b="b"/>
                <a:pathLst>
                  <a:path w="77092" h="1" fill="none" extrusionOk="0">
                    <a:moveTo>
                      <a:pt x="0" y="1"/>
                    </a:moveTo>
                    <a:lnTo>
                      <a:pt x="77091" y="1"/>
                    </a:lnTo>
                  </a:path>
                </a:pathLst>
              </a:custGeom>
              <a:noFill/>
              <a:ln w="4450" cap="flat" cmpd="sng">
                <a:solidFill>
                  <a:srgbClr val="0B0B0B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56" name="Google Shape;956;p18"/>
              <p:cNvSpPr/>
              <p:nvPr/>
            </p:nvSpPr>
            <p:spPr>
              <a:xfrm>
                <a:off x="4823024" y="4740056"/>
                <a:ext cx="2971318" cy="39"/>
              </a:xfrm>
              <a:custGeom>
                <a:avLst/>
                <a:gdLst/>
                <a:ahLst/>
                <a:cxnLst/>
                <a:rect l="l" t="t" r="r" b="b"/>
                <a:pathLst>
                  <a:path w="77092" h="1" fill="none" extrusionOk="0">
                    <a:moveTo>
                      <a:pt x="0" y="1"/>
                    </a:moveTo>
                    <a:lnTo>
                      <a:pt x="77091" y="1"/>
                    </a:lnTo>
                  </a:path>
                </a:pathLst>
              </a:custGeom>
              <a:noFill/>
              <a:ln w="4450" cap="flat" cmpd="sng">
                <a:solidFill>
                  <a:srgbClr val="0B0B0B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57" name="Google Shape;957;p18"/>
              <p:cNvSpPr/>
              <p:nvPr/>
            </p:nvSpPr>
            <p:spPr>
              <a:xfrm>
                <a:off x="4823024" y="4880363"/>
                <a:ext cx="2971318" cy="39"/>
              </a:xfrm>
              <a:custGeom>
                <a:avLst/>
                <a:gdLst/>
                <a:ahLst/>
                <a:cxnLst/>
                <a:rect l="l" t="t" r="r" b="b"/>
                <a:pathLst>
                  <a:path w="77092" h="1" fill="none" extrusionOk="0">
                    <a:moveTo>
                      <a:pt x="0" y="1"/>
                    </a:moveTo>
                    <a:lnTo>
                      <a:pt x="77091" y="1"/>
                    </a:lnTo>
                  </a:path>
                </a:pathLst>
              </a:custGeom>
              <a:noFill/>
              <a:ln w="4450" cap="flat" cmpd="sng">
                <a:solidFill>
                  <a:srgbClr val="0B0B0B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58" name="Google Shape;958;p18"/>
              <p:cNvSpPr/>
              <p:nvPr/>
            </p:nvSpPr>
            <p:spPr>
              <a:xfrm>
                <a:off x="4823024" y="5020669"/>
                <a:ext cx="2971318" cy="39"/>
              </a:xfrm>
              <a:custGeom>
                <a:avLst/>
                <a:gdLst/>
                <a:ahLst/>
                <a:cxnLst/>
                <a:rect l="l" t="t" r="r" b="b"/>
                <a:pathLst>
                  <a:path w="77092" h="1" fill="none" extrusionOk="0">
                    <a:moveTo>
                      <a:pt x="0" y="1"/>
                    </a:moveTo>
                    <a:lnTo>
                      <a:pt x="77091" y="1"/>
                    </a:lnTo>
                  </a:path>
                </a:pathLst>
              </a:custGeom>
              <a:noFill/>
              <a:ln w="4450" cap="flat" cmpd="sng">
                <a:solidFill>
                  <a:srgbClr val="0B0B0B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grpSp>
        <p:nvGrpSpPr>
          <p:cNvPr id="959" name="Google Shape;959;p18"/>
          <p:cNvGrpSpPr/>
          <p:nvPr/>
        </p:nvGrpSpPr>
        <p:grpSpPr>
          <a:xfrm flipH="1">
            <a:off x="6096061" y="-2520"/>
            <a:ext cx="6096340" cy="6863040"/>
            <a:chOff x="-300" y="-2276"/>
            <a:chExt cx="4572255" cy="5147280"/>
          </a:xfrm>
        </p:grpSpPr>
        <p:sp>
          <p:nvSpPr>
            <p:cNvPr id="960" name="Google Shape;960;p18"/>
            <p:cNvSpPr/>
            <p:nvPr/>
          </p:nvSpPr>
          <p:spPr>
            <a:xfrm>
              <a:off x="-300" y="284478"/>
              <a:ext cx="4567627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1" name="Google Shape;961;p18"/>
            <p:cNvSpPr/>
            <p:nvPr/>
          </p:nvSpPr>
          <p:spPr>
            <a:xfrm>
              <a:off x="-300" y="-2276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2" name="Google Shape;962;p18"/>
            <p:cNvSpPr/>
            <p:nvPr/>
          </p:nvSpPr>
          <p:spPr>
            <a:xfrm>
              <a:off x="283874" y="-2276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3" name="Google Shape;963;p18"/>
            <p:cNvSpPr/>
            <p:nvPr/>
          </p:nvSpPr>
          <p:spPr>
            <a:xfrm>
              <a:off x="568819" y="-2276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4" name="Google Shape;964;p18"/>
            <p:cNvSpPr/>
            <p:nvPr/>
          </p:nvSpPr>
          <p:spPr>
            <a:xfrm>
              <a:off x="852992" y="-2276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5" name="Google Shape;965;p18"/>
            <p:cNvSpPr/>
            <p:nvPr/>
          </p:nvSpPr>
          <p:spPr>
            <a:xfrm>
              <a:off x="1137937" y="-2276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6" name="Google Shape;966;p18"/>
            <p:cNvSpPr/>
            <p:nvPr/>
          </p:nvSpPr>
          <p:spPr>
            <a:xfrm>
              <a:off x="1422111" y="-2276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7" name="Google Shape;967;p18"/>
            <p:cNvSpPr/>
            <p:nvPr/>
          </p:nvSpPr>
          <p:spPr>
            <a:xfrm>
              <a:off x="1706285" y="-2276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8" name="Google Shape;968;p18"/>
            <p:cNvSpPr/>
            <p:nvPr/>
          </p:nvSpPr>
          <p:spPr>
            <a:xfrm>
              <a:off x="1991191" y="-2276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9" name="Google Shape;969;p18"/>
            <p:cNvSpPr/>
            <p:nvPr/>
          </p:nvSpPr>
          <p:spPr>
            <a:xfrm>
              <a:off x="2275403" y="-2276"/>
              <a:ext cx="0" cy="5147280"/>
            </a:xfrm>
            <a:custGeom>
              <a:avLst/>
              <a:gdLst/>
              <a:ahLst/>
              <a:cxnLst/>
              <a:rect l="l" t="t" r="r" b="b"/>
              <a:pathLst>
                <a:path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70" name="Google Shape;970;p18"/>
            <p:cNvSpPr/>
            <p:nvPr/>
          </p:nvSpPr>
          <p:spPr>
            <a:xfrm>
              <a:off x="2560310" y="-2276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71" name="Google Shape;971;p18"/>
            <p:cNvSpPr/>
            <p:nvPr/>
          </p:nvSpPr>
          <p:spPr>
            <a:xfrm>
              <a:off x="2844483" y="-2276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72" name="Google Shape;972;p18"/>
            <p:cNvSpPr/>
            <p:nvPr/>
          </p:nvSpPr>
          <p:spPr>
            <a:xfrm>
              <a:off x="3128657" y="-2276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73" name="Google Shape;973;p18"/>
            <p:cNvSpPr/>
            <p:nvPr/>
          </p:nvSpPr>
          <p:spPr>
            <a:xfrm>
              <a:off x="3413602" y="-2276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74" name="Google Shape;974;p18"/>
            <p:cNvSpPr/>
            <p:nvPr/>
          </p:nvSpPr>
          <p:spPr>
            <a:xfrm>
              <a:off x="3697776" y="-2276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75" name="Google Shape;975;p18"/>
            <p:cNvSpPr/>
            <p:nvPr/>
          </p:nvSpPr>
          <p:spPr>
            <a:xfrm>
              <a:off x="3981950" y="-2276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76" name="Google Shape;976;p18"/>
            <p:cNvSpPr/>
            <p:nvPr/>
          </p:nvSpPr>
          <p:spPr>
            <a:xfrm>
              <a:off x="4266894" y="-2276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77" name="Google Shape;977;p18"/>
            <p:cNvSpPr/>
            <p:nvPr/>
          </p:nvSpPr>
          <p:spPr>
            <a:xfrm>
              <a:off x="-300" y="2858093"/>
              <a:ext cx="4567627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78" name="Google Shape;978;p18"/>
            <p:cNvSpPr/>
            <p:nvPr/>
          </p:nvSpPr>
          <p:spPr>
            <a:xfrm>
              <a:off x="-300" y="2572118"/>
              <a:ext cx="4567627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1"/>
                  </a:moveTo>
                  <a:lnTo>
                    <a:pt x="154953" y="1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79" name="Google Shape;979;p18"/>
            <p:cNvSpPr/>
            <p:nvPr/>
          </p:nvSpPr>
          <p:spPr>
            <a:xfrm>
              <a:off x="-300" y="2286182"/>
              <a:ext cx="4567627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80" name="Google Shape;980;p18"/>
            <p:cNvSpPr/>
            <p:nvPr/>
          </p:nvSpPr>
          <p:spPr>
            <a:xfrm>
              <a:off x="-300" y="2000208"/>
              <a:ext cx="4567627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81" name="Google Shape;981;p18"/>
            <p:cNvSpPr/>
            <p:nvPr/>
          </p:nvSpPr>
          <p:spPr>
            <a:xfrm>
              <a:off x="-300" y="1714234"/>
              <a:ext cx="4567627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1"/>
                  </a:moveTo>
                  <a:lnTo>
                    <a:pt x="154953" y="1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82" name="Google Shape;982;p18"/>
            <p:cNvSpPr/>
            <p:nvPr/>
          </p:nvSpPr>
          <p:spPr>
            <a:xfrm>
              <a:off x="-300" y="1428298"/>
              <a:ext cx="4567627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83" name="Google Shape;983;p18"/>
            <p:cNvSpPr/>
            <p:nvPr/>
          </p:nvSpPr>
          <p:spPr>
            <a:xfrm>
              <a:off x="-300" y="4287116"/>
              <a:ext cx="4567627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84" name="Google Shape;984;p18"/>
            <p:cNvSpPr/>
            <p:nvPr/>
          </p:nvSpPr>
          <p:spPr>
            <a:xfrm>
              <a:off x="-300" y="4001141"/>
              <a:ext cx="4567627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1"/>
                  </a:moveTo>
                  <a:lnTo>
                    <a:pt x="154953" y="1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85" name="Google Shape;985;p18"/>
            <p:cNvSpPr/>
            <p:nvPr/>
          </p:nvSpPr>
          <p:spPr>
            <a:xfrm>
              <a:off x="-300" y="3715938"/>
              <a:ext cx="4567627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1"/>
                  </a:moveTo>
                  <a:lnTo>
                    <a:pt x="154953" y="1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86" name="Google Shape;986;p18"/>
            <p:cNvSpPr/>
            <p:nvPr/>
          </p:nvSpPr>
          <p:spPr>
            <a:xfrm>
              <a:off x="-300" y="3430003"/>
              <a:ext cx="4567627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87" name="Google Shape;987;p18"/>
            <p:cNvSpPr/>
            <p:nvPr/>
          </p:nvSpPr>
          <p:spPr>
            <a:xfrm>
              <a:off x="-300" y="4859026"/>
              <a:ext cx="4567627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88" name="Google Shape;988;p18"/>
            <p:cNvSpPr/>
            <p:nvPr/>
          </p:nvSpPr>
          <p:spPr>
            <a:xfrm>
              <a:off x="-300" y="4573051"/>
              <a:ext cx="4567627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1"/>
                  </a:moveTo>
                  <a:lnTo>
                    <a:pt x="154953" y="1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89" name="Google Shape;989;p18"/>
            <p:cNvSpPr/>
            <p:nvPr/>
          </p:nvSpPr>
          <p:spPr>
            <a:xfrm>
              <a:off x="-300" y="3144028"/>
              <a:ext cx="4567627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1"/>
                  </a:moveTo>
                  <a:lnTo>
                    <a:pt x="154953" y="1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0" name="Google Shape;990;p18"/>
            <p:cNvSpPr/>
            <p:nvPr/>
          </p:nvSpPr>
          <p:spPr>
            <a:xfrm>
              <a:off x="-300" y="1142324"/>
              <a:ext cx="4567627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1"/>
                  </a:moveTo>
                  <a:lnTo>
                    <a:pt x="154953" y="1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1" name="Google Shape;991;p18"/>
            <p:cNvSpPr/>
            <p:nvPr/>
          </p:nvSpPr>
          <p:spPr>
            <a:xfrm>
              <a:off x="-300" y="856388"/>
              <a:ext cx="4567627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2" name="Google Shape;992;p18"/>
            <p:cNvSpPr/>
            <p:nvPr/>
          </p:nvSpPr>
          <p:spPr>
            <a:xfrm>
              <a:off x="-300" y="570414"/>
              <a:ext cx="4567627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1"/>
                  </a:moveTo>
                  <a:lnTo>
                    <a:pt x="154953" y="1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3" name="Google Shape;993;p18"/>
            <p:cNvSpPr/>
            <p:nvPr/>
          </p:nvSpPr>
          <p:spPr>
            <a:xfrm>
              <a:off x="4328" y="5144961"/>
              <a:ext cx="4567627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1"/>
                  </a:moveTo>
                  <a:lnTo>
                    <a:pt x="154953" y="1"/>
                  </a:lnTo>
                </a:path>
              </a:pathLst>
            </a:custGeom>
            <a:noFill/>
            <a:ln w="2475" cap="flat" cmpd="sng">
              <a:solidFill>
                <a:srgbClr val="0B0B0B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4" name="Google Shape;994;p18"/>
            <p:cNvSpPr/>
            <p:nvPr/>
          </p:nvSpPr>
          <p:spPr>
            <a:xfrm>
              <a:off x="4328" y="-725"/>
              <a:ext cx="4567627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rgbClr val="0B0B0B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5" name="Google Shape;995;p18"/>
            <p:cNvSpPr/>
            <p:nvPr/>
          </p:nvSpPr>
          <p:spPr>
            <a:xfrm>
              <a:off x="4551068" y="-2276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996" name="Google Shape;996;p18"/>
          <p:cNvSpPr/>
          <p:nvPr/>
        </p:nvSpPr>
        <p:spPr>
          <a:xfrm>
            <a:off x="-400" y="-3033"/>
            <a:ext cx="2214000" cy="6863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97" name="Google Shape;997;p18"/>
          <p:cNvSpPr/>
          <p:nvPr/>
        </p:nvSpPr>
        <p:spPr>
          <a:xfrm flipH="1">
            <a:off x="4041200" y="-2600"/>
            <a:ext cx="4622800" cy="6863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998" name="Google Shape;998;p18"/>
          <p:cNvGrpSpPr/>
          <p:nvPr/>
        </p:nvGrpSpPr>
        <p:grpSpPr>
          <a:xfrm>
            <a:off x="2346195" y="3457678"/>
            <a:ext cx="1562411" cy="3419967"/>
            <a:chOff x="7792762" y="2921359"/>
            <a:chExt cx="1171808" cy="2223646"/>
          </a:xfrm>
        </p:grpSpPr>
        <p:sp>
          <p:nvSpPr>
            <p:cNvPr id="999" name="Google Shape;999;p18"/>
            <p:cNvSpPr/>
            <p:nvPr/>
          </p:nvSpPr>
          <p:spPr>
            <a:xfrm>
              <a:off x="7792762" y="2921359"/>
              <a:ext cx="67102" cy="2223646"/>
            </a:xfrm>
            <a:custGeom>
              <a:avLst/>
              <a:gdLst/>
              <a:ahLst/>
              <a:cxnLst/>
              <a:rect l="l" t="t" r="r" b="b"/>
              <a:pathLst>
                <a:path w="1741" h="57641" extrusionOk="0">
                  <a:moveTo>
                    <a:pt x="1" y="1"/>
                  </a:moveTo>
                  <a:lnTo>
                    <a:pt x="1" y="57641"/>
                  </a:lnTo>
                  <a:lnTo>
                    <a:pt x="1740" y="57641"/>
                  </a:lnTo>
                  <a:lnTo>
                    <a:pt x="1740" y="1"/>
                  </a:lnTo>
                  <a:close/>
                </a:path>
              </a:pathLst>
            </a:custGeom>
            <a:solidFill>
              <a:srgbClr val="0B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0" name="Google Shape;1000;p18"/>
            <p:cNvSpPr/>
            <p:nvPr/>
          </p:nvSpPr>
          <p:spPr>
            <a:xfrm>
              <a:off x="7976378" y="2921359"/>
              <a:ext cx="67835" cy="2223646"/>
            </a:xfrm>
            <a:custGeom>
              <a:avLst/>
              <a:gdLst/>
              <a:ahLst/>
              <a:cxnLst/>
              <a:rect l="l" t="t" r="r" b="b"/>
              <a:pathLst>
                <a:path w="1760" h="57641" extrusionOk="0">
                  <a:moveTo>
                    <a:pt x="0" y="1"/>
                  </a:moveTo>
                  <a:lnTo>
                    <a:pt x="0" y="57641"/>
                  </a:lnTo>
                  <a:lnTo>
                    <a:pt x="1760" y="57641"/>
                  </a:lnTo>
                  <a:lnTo>
                    <a:pt x="1760" y="1"/>
                  </a:lnTo>
                  <a:close/>
                </a:path>
              </a:pathLst>
            </a:custGeom>
            <a:solidFill>
              <a:srgbClr val="0B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1" name="Google Shape;1001;p18"/>
            <p:cNvSpPr/>
            <p:nvPr/>
          </p:nvSpPr>
          <p:spPr>
            <a:xfrm>
              <a:off x="8160766" y="2921359"/>
              <a:ext cx="67064" cy="2223646"/>
            </a:xfrm>
            <a:custGeom>
              <a:avLst/>
              <a:gdLst/>
              <a:ahLst/>
              <a:cxnLst/>
              <a:rect l="l" t="t" r="r" b="b"/>
              <a:pathLst>
                <a:path w="1740" h="57641" extrusionOk="0">
                  <a:moveTo>
                    <a:pt x="0" y="1"/>
                  </a:moveTo>
                  <a:lnTo>
                    <a:pt x="0" y="57641"/>
                  </a:lnTo>
                  <a:lnTo>
                    <a:pt x="1739" y="57641"/>
                  </a:lnTo>
                  <a:lnTo>
                    <a:pt x="1739" y="1"/>
                  </a:lnTo>
                  <a:close/>
                </a:path>
              </a:pathLst>
            </a:custGeom>
            <a:solidFill>
              <a:srgbClr val="0B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2" name="Google Shape;1002;p18"/>
            <p:cNvSpPr/>
            <p:nvPr/>
          </p:nvSpPr>
          <p:spPr>
            <a:xfrm>
              <a:off x="8345115" y="2921359"/>
              <a:ext cx="67102" cy="2223646"/>
            </a:xfrm>
            <a:custGeom>
              <a:avLst/>
              <a:gdLst/>
              <a:ahLst/>
              <a:cxnLst/>
              <a:rect l="l" t="t" r="r" b="b"/>
              <a:pathLst>
                <a:path w="1741" h="57641" extrusionOk="0">
                  <a:moveTo>
                    <a:pt x="1" y="1"/>
                  </a:moveTo>
                  <a:lnTo>
                    <a:pt x="1" y="57641"/>
                  </a:lnTo>
                  <a:lnTo>
                    <a:pt x="1740" y="57641"/>
                  </a:lnTo>
                  <a:lnTo>
                    <a:pt x="1740" y="1"/>
                  </a:lnTo>
                  <a:close/>
                </a:path>
              </a:pathLst>
            </a:custGeom>
            <a:solidFill>
              <a:srgbClr val="0B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3" name="Google Shape;1003;p18"/>
            <p:cNvSpPr/>
            <p:nvPr/>
          </p:nvSpPr>
          <p:spPr>
            <a:xfrm>
              <a:off x="8528731" y="2921359"/>
              <a:ext cx="67835" cy="2223646"/>
            </a:xfrm>
            <a:custGeom>
              <a:avLst/>
              <a:gdLst/>
              <a:ahLst/>
              <a:cxnLst/>
              <a:rect l="l" t="t" r="r" b="b"/>
              <a:pathLst>
                <a:path w="1760" h="57641" extrusionOk="0">
                  <a:moveTo>
                    <a:pt x="0" y="1"/>
                  </a:moveTo>
                  <a:lnTo>
                    <a:pt x="0" y="57641"/>
                  </a:lnTo>
                  <a:lnTo>
                    <a:pt x="1760" y="57641"/>
                  </a:lnTo>
                  <a:lnTo>
                    <a:pt x="1760" y="1"/>
                  </a:lnTo>
                  <a:close/>
                </a:path>
              </a:pathLst>
            </a:custGeom>
            <a:solidFill>
              <a:srgbClr val="0B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4" name="Google Shape;1004;p18"/>
            <p:cNvSpPr/>
            <p:nvPr/>
          </p:nvSpPr>
          <p:spPr>
            <a:xfrm>
              <a:off x="8713080" y="2921359"/>
              <a:ext cx="67102" cy="2223646"/>
            </a:xfrm>
            <a:custGeom>
              <a:avLst/>
              <a:gdLst/>
              <a:ahLst/>
              <a:cxnLst/>
              <a:rect l="l" t="t" r="r" b="b"/>
              <a:pathLst>
                <a:path w="1741" h="57641" extrusionOk="0">
                  <a:moveTo>
                    <a:pt x="1" y="1"/>
                  </a:moveTo>
                  <a:lnTo>
                    <a:pt x="1" y="57641"/>
                  </a:lnTo>
                  <a:lnTo>
                    <a:pt x="1740" y="57641"/>
                  </a:lnTo>
                  <a:lnTo>
                    <a:pt x="1740" y="1"/>
                  </a:lnTo>
                  <a:close/>
                </a:path>
              </a:pathLst>
            </a:custGeom>
            <a:solidFill>
              <a:srgbClr val="0B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5" name="Google Shape;1005;p18"/>
            <p:cNvSpPr/>
            <p:nvPr/>
          </p:nvSpPr>
          <p:spPr>
            <a:xfrm>
              <a:off x="8896696" y="2921359"/>
              <a:ext cx="67873" cy="2223646"/>
            </a:xfrm>
            <a:custGeom>
              <a:avLst/>
              <a:gdLst/>
              <a:ahLst/>
              <a:cxnLst/>
              <a:rect l="l" t="t" r="r" b="b"/>
              <a:pathLst>
                <a:path w="1761" h="57641" extrusionOk="0">
                  <a:moveTo>
                    <a:pt x="1" y="1"/>
                  </a:moveTo>
                  <a:lnTo>
                    <a:pt x="1" y="57641"/>
                  </a:lnTo>
                  <a:lnTo>
                    <a:pt x="1760" y="57641"/>
                  </a:lnTo>
                  <a:lnTo>
                    <a:pt x="1760" y="1"/>
                  </a:lnTo>
                  <a:close/>
                </a:path>
              </a:pathLst>
            </a:custGeom>
            <a:solidFill>
              <a:srgbClr val="0B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006" name="Google Shape;1006;p18"/>
          <p:cNvGrpSpPr/>
          <p:nvPr/>
        </p:nvGrpSpPr>
        <p:grpSpPr>
          <a:xfrm>
            <a:off x="960000" y="720000"/>
            <a:ext cx="10373600" cy="5520800"/>
            <a:chOff x="720000" y="540000"/>
            <a:chExt cx="7780200" cy="4140600"/>
          </a:xfrm>
        </p:grpSpPr>
        <p:sp>
          <p:nvSpPr>
            <p:cNvPr id="1007" name="Google Shape;1007;p18"/>
            <p:cNvSpPr/>
            <p:nvPr/>
          </p:nvSpPr>
          <p:spPr>
            <a:xfrm>
              <a:off x="796200" y="616200"/>
              <a:ext cx="7704000" cy="40644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8" name="Google Shape;1008;p18"/>
            <p:cNvSpPr/>
            <p:nvPr/>
          </p:nvSpPr>
          <p:spPr>
            <a:xfrm>
              <a:off x="720000" y="540000"/>
              <a:ext cx="7704000" cy="40644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009" name="Google Shape;1009;p18"/>
          <p:cNvSpPr txBox="1">
            <a:spLocks noGrp="1"/>
          </p:cNvSpPr>
          <p:nvPr>
            <p:ph type="title"/>
          </p:nvPr>
        </p:nvSpPr>
        <p:spPr>
          <a:xfrm>
            <a:off x="960000" y="1037500"/>
            <a:ext cx="10272000" cy="85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4267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 sz="4267"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 sz="4267"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 sz="4267"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 sz="4267"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 sz="4267"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 sz="4267"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 sz="4267"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 sz="4267"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82218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 only 3">
    <p:spTree>
      <p:nvGrpSpPr>
        <p:cNvPr id="1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1" name="Google Shape;1011;p19"/>
          <p:cNvGrpSpPr/>
          <p:nvPr/>
        </p:nvGrpSpPr>
        <p:grpSpPr>
          <a:xfrm flipH="1">
            <a:off x="0" y="-3035"/>
            <a:ext cx="7965091" cy="6863040"/>
            <a:chOff x="5751" y="-2276"/>
            <a:chExt cx="5973818" cy="5147280"/>
          </a:xfrm>
        </p:grpSpPr>
        <p:sp>
          <p:nvSpPr>
            <p:cNvPr id="1012" name="Google Shape;1012;p19"/>
            <p:cNvSpPr/>
            <p:nvPr/>
          </p:nvSpPr>
          <p:spPr>
            <a:xfrm>
              <a:off x="5979530" y="-2276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3" name="Google Shape;1013;p19"/>
            <p:cNvSpPr/>
            <p:nvPr/>
          </p:nvSpPr>
          <p:spPr>
            <a:xfrm>
              <a:off x="5751" y="284471"/>
              <a:ext cx="5972276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4" name="Google Shape;1014;p19"/>
            <p:cNvSpPr/>
            <p:nvPr/>
          </p:nvSpPr>
          <p:spPr>
            <a:xfrm>
              <a:off x="5751" y="-2276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5" name="Google Shape;1015;p19"/>
            <p:cNvSpPr/>
            <p:nvPr/>
          </p:nvSpPr>
          <p:spPr>
            <a:xfrm>
              <a:off x="289925" y="-2276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6" name="Google Shape;1016;p19"/>
            <p:cNvSpPr/>
            <p:nvPr/>
          </p:nvSpPr>
          <p:spPr>
            <a:xfrm>
              <a:off x="574869" y="-2276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7" name="Google Shape;1017;p19"/>
            <p:cNvSpPr/>
            <p:nvPr/>
          </p:nvSpPr>
          <p:spPr>
            <a:xfrm>
              <a:off x="859043" y="-2276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8" name="Google Shape;1018;p19"/>
            <p:cNvSpPr/>
            <p:nvPr/>
          </p:nvSpPr>
          <p:spPr>
            <a:xfrm>
              <a:off x="1143988" y="-2276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9" name="Google Shape;1019;p19"/>
            <p:cNvSpPr/>
            <p:nvPr/>
          </p:nvSpPr>
          <p:spPr>
            <a:xfrm>
              <a:off x="1428162" y="-2276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20" name="Google Shape;1020;p19"/>
            <p:cNvSpPr/>
            <p:nvPr/>
          </p:nvSpPr>
          <p:spPr>
            <a:xfrm>
              <a:off x="1712336" y="-2276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21" name="Google Shape;1021;p19"/>
            <p:cNvSpPr/>
            <p:nvPr/>
          </p:nvSpPr>
          <p:spPr>
            <a:xfrm>
              <a:off x="1997242" y="-2276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22" name="Google Shape;1022;p19"/>
            <p:cNvSpPr/>
            <p:nvPr/>
          </p:nvSpPr>
          <p:spPr>
            <a:xfrm>
              <a:off x="2281454" y="-2276"/>
              <a:ext cx="0" cy="5147280"/>
            </a:xfrm>
            <a:custGeom>
              <a:avLst/>
              <a:gdLst/>
              <a:ahLst/>
              <a:cxnLst/>
              <a:rect l="l" t="t" r="r" b="b"/>
              <a:pathLst>
                <a:path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23" name="Google Shape;1023;p19"/>
            <p:cNvSpPr/>
            <p:nvPr/>
          </p:nvSpPr>
          <p:spPr>
            <a:xfrm>
              <a:off x="2566360" y="-2276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24" name="Google Shape;1024;p19"/>
            <p:cNvSpPr/>
            <p:nvPr/>
          </p:nvSpPr>
          <p:spPr>
            <a:xfrm>
              <a:off x="2850534" y="-2276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25" name="Google Shape;1025;p19"/>
            <p:cNvSpPr/>
            <p:nvPr/>
          </p:nvSpPr>
          <p:spPr>
            <a:xfrm>
              <a:off x="3134708" y="-2276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26" name="Google Shape;1026;p19"/>
            <p:cNvSpPr/>
            <p:nvPr/>
          </p:nvSpPr>
          <p:spPr>
            <a:xfrm>
              <a:off x="3419653" y="-2276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27" name="Google Shape;1027;p19"/>
            <p:cNvSpPr/>
            <p:nvPr/>
          </p:nvSpPr>
          <p:spPr>
            <a:xfrm>
              <a:off x="3703827" y="-2276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28" name="Google Shape;1028;p19"/>
            <p:cNvSpPr/>
            <p:nvPr/>
          </p:nvSpPr>
          <p:spPr>
            <a:xfrm>
              <a:off x="3988001" y="-2276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29" name="Google Shape;1029;p19"/>
            <p:cNvSpPr/>
            <p:nvPr/>
          </p:nvSpPr>
          <p:spPr>
            <a:xfrm>
              <a:off x="4272945" y="-2276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0" name="Google Shape;1030;p19"/>
            <p:cNvSpPr/>
            <p:nvPr/>
          </p:nvSpPr>
          <p:spPr>
            <a:xfrm>
              <a:off x="4557119" y="-2276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1" name="Google Shape;1031;p19"/>
            <p:cNvSpPr/>
            <p:nvPr/>
          </p:nvSpPr>
          <p:spPr>
            <a:xfrm>
              <a:off x="4842064" y="-2276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2" name="Google Shape;1032;p19"/>
            <p:cNvSpPr/>
            <p:nvPr/>
          </p:nvSpPr>
          <p:spPr>
            <a:xfrm>
              <a:off x="5126238" y="-2276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3" name="Google Shape;1033;p19"/>
            <p:cNvSpPr/>
            <p:nvPr/>
          </p:nvSpPr>
          <p:spPr>
            <a:xfrm>
              <a:off x="5410411" y="-2276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4" name="Google Shape;1034;p19"/>
            <p:cNvSpPr/>
            <p:nvPr/>
          </p:nvSpPr>
          <p:spPr>
            <a:xfrm>
              <a:off x="5695356" y="-2276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5" name="Google Shape;1035;p19"/>
            <p:cNvSpPr/>
            <p:nvPr/>
          </p:nvSpPr>
          <p:spPr>
            <a:xfrm>
              <a:off x="5751" y="2858091"/>
              <a:ext cx="5972276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6" name="Google Shape;1036;p19"/>
            <p:cNvSpPr/>
            <p:nvPr/>
          </p:nvSpPr>
          <p:spPr>
            <a:xfrm>
              <a:off x="5751" y="2572116"/>
              <a:ext cx="5972276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1"/>
                  </a:moveTo>
                  <a:lnTo>
                    <a:pt x="154953" y="1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7" name="Google Shape;1037;p19"/>
            <p:cNvSpPr/>
            <p:nvPr/>
          </p:nvSpPr>
          <p:spPr>
            <a:xfrm>
              <a:off x="5751" y="2286180"/>
              <a:ext cx="5972276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8" name="Google Shape;1038;p19"/>
            <p:cNvSpPr/>
            <p:nvPr/>
          </p:nvSpPr>
          <p:spPr>
            <a:xfrm>
              <a:off x="5751" y="2000205"/>
              <a:ext cx="5972276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9" name="Google Shape;1039;p19"/>
            <p:cNvSpPr/>
            <p:nvPr/>
          </p:nvSpPr>
          <p:spPr>
            <a:xfrm>
              <a:off x="5751" y="1714230"/>
              <a:ext cx="5972276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1"/>
                  </a:moveTo>
                  <a:lnTo>
                    <a:pt x="154953" y="1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0" name="Google Shape;1040;p19"/>
            <p:cNvSpPr/>
            <p:nvPr/>
          </p:nvSpPr>
          <p:spPr>
            <a:xfrm>
              <a:off x="5751" y="1428294"/>
              <a:ext cx="5972276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1" name="Google Shape;1041;p19"/>
            <p:cNvSpPr/>
            <p:nvPr/>
          </p:nvSpPr>
          <p:spPr>
            <a:xfrm>
              <a:off x="5751" y="4287118"/>
              <a:ext cx="5972276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2" name="Google Shape;1042;p19"/>
            <p:cNvSpPr/>
            <p:nvPr/>
          </p:nvSpPr>
          <p:spPr>
            <a:xfrm>
              <a:off x="5751" y="4001143"/>
              <a:ext cx="5972276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1"/>
                  </a:moveTo>
                  <a:lnTo>
                    <a:pt x="154953" y="1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3" name="Google Shape;1043;p19"/>
            <p:cNvSpPr/>
            <p:nvPr/>
          </p:nvSpPr>
          <p:spPr>
            <a:xfrm>
              <a:off x="5751" y="3715939"/>
              <a:ext cx="5972276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1"/>
                  </a:moveTo>
                  <a:lnTo>
                    <a:pt x="154953" y="1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4" name="Google Shape;1044;p19"/>
            <p:cNvSpPr/>
            <p:nvPr/>
          </p:nvSpPr>
          <p:spPr>
            <a:xfrm>
              <a:off x="5751" y="3430003"/>
              <a:ext cx="5972276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5" name="Google Shape;1045;p19"/>
            <p:cNvSpPr/>
            <p:nvPr/>
          </p:nvSpPr>
          <p:spPr>
            <a:xfrm>
              <a:off x="5751" y="4859029"/>
              <a:ext cx="5972276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6" name="Google Shape;1046;p19"/>
            <p:cNvSpPr/>
            <p:nvPr/>
          </p:nvSpPr>
          <p:spPr>
            <a:xfrm>
              <a:off x="5751" y="4573054"/>
              <a:ext cx="5972276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1"/>
                  </a:moveTo>
                  <a:lnTo>
                    <a:pt x="154953" y="1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7" name="Google Shape;1047;p19"/>
            <p:cNvSpPr/>
            <p:nvPr/>
          </p:nvSpPr>
          <p:spPr>
            <a:xfrm>
              <a:off x="5751" y="3144028"/>
              <a:ext cx="5972276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1"/>
                  </a:moveTo>
                  <a:lnTo>
                    <a:pt x="154953" y="1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8" name="Google Shape;1048;p19"/>
            <p:cNvSpPr/>
            <p:nvPr/>
          </p:nvSpPr>
          <p:spPr>
            <a:xfrm>
              <a:off x="5751" y="1142319"/>
              <a:ext cx="5972276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1"/>
                  </a:moveTo>
                  <a:lnTo>
                    <a:pt x="154953" y="1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9" name="Google Shape;1049;p19"/>
            <p:cNvSpPr/>
            <p:nvPr/>
          </p:nvSpPr>
          <p:spPr>
            <a:xfrm>
              <a:off x="5751" y="856382"/>
              <a:ext cx="5972276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0" name="Google Shape;1050;p19"/>
            <p:cNvSpPr/>
            <p:nvPr/>
          </p:nvSpPr>
          <p:spPr>
            <a:xfrm>
              <a:off x="5751" y="570407"/>
              <a:ext cx="5972276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1"/>
                  </a:moveTo>
                  <a:lnTo>
                    <a:pt x="154953" y="1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051" name="Google Shape;1051;p19"/>
          <p:cNvGrpSpPr/>
          <p:nvPr/>
        </p:nvGrpSpPr>
        <p:grpSpPr>
          <a:xfrm flipH="1">
            <a:off x="7297684" y="5497461"/>
            <a:ext cx="3934323" cy="1512811"/>
            <a:chOff x="2877206" y="-2280"/>
            <a:chExt cx="2950742" cy="1134608"/>
          </a:xfrm>
        </p:grpSpPr>
        <p:sp>
          <p:nvSpPr>
            <p:cNvPr id="1052" name="Google Shape;1052;p19"/>
            <p:cNvSpPr/>
            <p:nvPr/>
          </p:nvSpPr>
          <p:spPr>
            <a:xfrm>
              <a:off x="2877211" y="-2280"/>
              <a:ext cx="2950737" cy="1134608"/>
            </a:xfrm>
            <a:custGeom>
              <a:avLst/>
              <a:gdLst/>
              <a:ahLst/>
              <a:cxnLst/>
              <a:rect l="l" t="t" r="r" b="b"/>
              <a:pathLst>
                <a:path w="76558" h="44477" extrusionOk="0">
                  <a:moveTo>
                    <a:pt x="1" y="1"/>
                  </a:moveTo>
                  <a:lnTo>
                    <a:pt x="1" y="44476"/>
                  </a:lnTo>
                  <a:lnTo>
                    <a:pt x="76558" y="44476"/>
                  </a:lnTo>
                  <a:lnTo>
                    <a:pt x="7655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3" name="Google Shape;1053;p19"/>
            <p:cNvSpPr/>
            <p:nvPr/>
          </p:nvSpPr>
          <p:spPr>
            <a:xfrm>
              <a:off x="2877206" y="921964"/>
              <a:ext cx="2950737" cy="146440"/>
            </a:xfrm>
            <a:custGeom>
              <a:avLst/>
              <a:gdLst/>
              <a:ahLst/>
              <a:cxnLst/>
              <a:rect l="l" t="t" r="r" b="b"/>
              <a:pathLst>
                <a:path w="76558" h="3796" fill="none" extrusionOk="0">
                  <a:moveTo>
                    <a:pt x="76558" y="3795"/>
                  </a:moveTo>
                  <a:lnTo>
                    <a:pt x="66991" y="0"/>
                  </a:lnTo>
                  <a:lnTo>
                    <a:pt x="57423" y="3795"/>
                  </a:lnTo>
                  <a:lnTo>
                    <a:pt x="47856" y="0"/>
                  </a:lnTo>
                  <a:lnTo>
                    <a:pt x="38289" y="3795"/>
                  </a:lnTo>
                  <a:lnTo>
                    <a:pt x="28722" y="0"/>
                  </a:lnTo>
                  <a:lnTo>
                    <a:pt x="19155" y="3795"/>
                  </a:lnTo>
                  <a:lnTo>
                    <a:pt x="9588" y="0"/>
                  </a:lnTo>
                  <a:lnTo>
                    <a:pt x="1" y="3795"/>
                  </a:lnTo>
                </a:path>
              </a:pathLst>
            </a:custGeom>
            <a:noFill/>
            <a:ln w="76200" cap="flat" cmpd="sng">
              <a:solidFill>
                <a:srgbClr val="0B0B0B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4" name="Google Shape;1054;p19"/>
            <p:cNvSpPr/>
            <p:nvPr/>
          </p:nvSpPr>
          <p:spPr>
            <a:xfrm>
              <a:off x="2877206" y="642856"/>
              <a:ext cx="2950737" cy="147212"/>
            </a:xfrm>
            <a:custGeom>
              <a:avLst/>
              <a:gdLst/>
              <a:ahLst/>
              <a:cxnLst/>
              <a:rect l="l" t="t" r="r" b="b"/>
              <a:pathLst>
                <a:path w="76558" h="3816" fill="none" extrusionOk="0">
                  <a:moveTo>
                    <a:pt x="76558" y="3816"/>
                  </a:moveTo>
                  <a:lnTo>
                    <a:pt x="66991" y="1"/>
                  </a:lnTo>
                  <a:lnTo>
                    <a:pt x="57423" y="3816"/>
                  </a:lnTo>
                  <a:lnTo>
                    <a:pt x="47856" y="1"/>
                  </a:lnTo>
                  <a:lnTo>
                    <a:pt x="38289" y="3816"/>
                  </a:lnTo>
                  <a:lnTo>
                    <a:pt x="28722" y="1"/>
                  </a:lnTo>
                  <a:lnTo>
                    <a:pt x="19155" y="3816"/>
                  </a:lnTo>
                  <a:lnTo>
                    <a:pt x="9588" y="1"/>
                  </a:lnTo>
                  <a:lnTo>
                    <a:pt x="1" y="3816"/>
                  </a:lnTo>
                </a:path>
              </a:pathLst>
            </a:custGeom>
            <a:noFill/>
            <a:ln w="76200" cap="flat" cmpd="sng">
              <a:solidFill>
                <a:srgbClr val="0B0B0B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5" name="Google Shape;1055;p19"/>
            <p:cNvSpPr/>
            <p:nvPr/>
          </p:nvSpPr>
          <p:spPr>
            <a:xfrm>
              <a:off x="2877206" y="364519"/>
              <a:ext cx="2950737" cy="146440"/>
            </a:xfrm>
            <a:custGeom>
              <a:avLst/>
              <a:gdLst/>
              <a:ahLst/>
              <a:cxnLst/>
              <a:rect l="l" t="t" r="r" b="b"/>
              <a:pathLst>
                <a:path w="76558" h="3796" fill="none" extrusionOk="0">
                  <a:moveTo>
                    <a:pt x="76558" y="3796"/>
                  </a:moveTo>
                  <a:lnTo>
                    <a:pt x="66991" y="1"/>
                  </a:lnTo>
                  <a:lnTo>
                    <a:pt x="57423" y="3796"/>
                  </a:lnTo>
                  <a:lnTo>
                    <a:pt x="47856" y="1"/>
                  </a:lnTo>
                  <a:lnTo>
                    <a:pt x="38289" y="3796"/>
                  </a:lnTo>
                  <a:lnTo>
                    <a:pt x="28722" y="1"/>
                  </a:lnTo>
                  <a:lnTo>
                    <a:pt x="19155" y="3796"/>
                  </a:lnTo>
                  <a:lnTo>
                    <a:pt x="9588" y="1"/>
                  </a:lnTo>
                  <a:lnTo>
                    <a:pt x="1" y="3796"/>
                  </a:lnTo>
                </a:path>
              </a:pathLst>
            </a:custGeom>
            <a:noFill/>
            <a:ln w="76200" cap="flat" cmpd="sng">
              <a:solidFill>
                <a:srgbClr val="0B0B0B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6" name="Google Shape;1056;p19"/>
            <p:cNvSpPr/>
            <p:nvPr/>
          </p:nvSpPr>
          <p:spPr>
            <a:xfrm>
              <a:off x="2877206" y="85411"/>
              <a:ext cx="2950737" cy="147212"/>
            </a:xfrm>
            <a:custGeom>
              <a:avLst/>
              <a:gdLst/>
              <a:ahLst/>
              <a:cxnLst/>
              <a:rect l="l" t="t" r="r" b="b"/>
              <a:pathLst>
                <a:path w="76558" h="3816" fill="none" extrusionOk="0">
                  <a:moveTo>
                    <a:pt x="76558" y="3816"/>
                  </a:moveTo>
                  <a:lnTo>
                    <a:pt x="66991" y="1"/>
                  </a:lnTo>
                  <a:lnTo>
                    <a:pt x="57423" y="3816"/>
                  </a:lnTo>
                  <a:lnTo>
                    <a:pt x="47856" y="1"/>
                  </a:lnTo>
                  <a:lnTo>
                    <a:pt x="38289" y="3816"/>
                  </a:lnTo>
                  <a:lnTo>
                    <a:pt x="28722" y="1"/>
                  </a:lnTo>
                  <a:lnTo>
                    <a:pt x="19155" y="3816"/>
                  </a:lnTo>
                  <a:lnTo>
                    <a:pt x="9588" y="1"/>
                  </a:lnTo>
                  <a:lnTo>
                    <a:pt x="1" y="3816"/>
                  </a:lnTo>
                </a:path>
              </a:pathLst>
            </a:custGeom>
            <a:noFill/>
            <a:ln w="76200" cap="flat" cmpd="sng">
              <a:solidFill>
                <a:srgbClr val="0B0B0B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057" name="Google Shape;1057;p19"/>
          <p:cNvSpPr/>
          <p:nvPr/>
        </p:nvSpPr>
        <p:spPr>
          <a:xfrm flipH="1">
            <a:off x="10974033" y="-2600"/>
            <a:ext cx="1218800" cy="6863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58" name="Google Shape;1058;p19"/>
          <p:cNvSpPr/>
          <p:nvPr/>
        </p:nvSpPr>
        <p:spPr>
          <a:xfrm flipH="1">
            <a:off x="-133" y="3429000"/>
            <a:ext cx="7417200" cy="3429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59" name="Google Shape;1059;p19"/>
          <p:cNvSpPr/>
          <p:nvPr/>
        </p:nvSpPr>
        <p:spPr>
          <a:xfrm flipH="1">
            <a:off x="7965000" y="0"/>
            <a:ext cx="3008000" cy="1676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060" name="Google Shape;1060;p19"/>
          <p:cNvGrpSpPr/>
          <p:nvPr/>
        </p:nvGrpSpPr>
        <p:grpSpPr>
          <a:xfrm>
            <a:off x="960000" y="720000"/>
            <a:ext cx="10373600" cy="5520800"/>
            <a:chOff x="720000" y="540000"/>
            <a:chExt cx="7780200" cy="4140600"/>
          </a:xfrm>
        </p:grpSpPr>
        <p:sp>
          <p:nvSpPr>
            <p:cNvPr id="1061" name="Google Shape;1061;p19"/>
            <p:cNvSpPr/>
            <p:nvPr/>
          </p:nvSpPr>
          <p:spPr>
            <a:xfrm>
              <a:off x="796200" y="616200"/>
              <a:ext cx="7704000" cy="40644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2" name="Google Shape;1062;p19"/>
            <p:cNvSpPr/>
            <p:nvPr/>
          </p:nvSpPr>
          <p:spPr>
            <a:xfrm>
              <a:off x="720000" y="540000"/>
              <a:ext cx="7704000" cy="40644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063" name="Google Shape;1063;p19"/>
          <p:cNvSpPr txBox="1">
            <a:spLocks noGrp="1"/>
          </p:cNvSpPr>
          <p:nvPr>
            <p:ph type="title"/>
          </p:nvPr>
        </p:nvSpPr>
        <p:spPr>
          <a:xfrm>
            <a:off x="960000" y="1037500"/>
            <a:ext cx="10272000" cy="85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4267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 sz="4267"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 sz="4267"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 sz="4267"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 sz="4267"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 sz="4267"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 sz="4267"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 sz="4267"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 sz="4267"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267536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Title only 4">
    <p:spTree>
      <p:nvGrpSpPr>
        <p:cNvPr id="1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5" name="Google Shape;1065;p20"/>
          <p:cNvGrpSpPr/>
          <p:nvPr/>
        </p:nvGrpSpPr>
        <p:grpSpPr>
          <a:xfrm rot="10800000" flipH="1">
            <a:off x="7346877" y="4485641"/>
            <a:ext cx="3435447" cy="2392004"/>
            <a:chOff x="238" y="3350525"/>
            <a:chExt cx="2647812" cy="1794900"/>
          </a:xfrm>
        </p:grpSpPr>
        <p:sp>
          <p:nvSpPr>
            <p:cNvPr id="1066" name="Google Shape;1066;p20"/>
            <p:cNvSpPr/>
            <p:nvPr/>
          </p:nvSpPr>
          <p:spPr>
            <a:xfrm>
              <a:off x="250" y="3350525"/>
              <a:ext cx="2647800" cy="1794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1067" name="Google Shape;1067;p20"/>
            <p:cNvGrpSpPr/>
            <p:nvPr/>
          </p:nvGrpSpPr>
          <p:grpSpPr>
            <a:xfrm flipH="1">
              <a:off x="238" y="3477538"/>
              <a:ext cx="2647742" cy="1543447"/>
              <a:chOff x="4823024" y="3477260"/>
              <a:chExt cx="2971318" cy="1543447"/>
            </a:xfrm>
          </p:grpSpPr>
          <p:sp>
            <p:nvSpPr>
              <p:cNvPr id="1068" name="Google Shape;1068;p20"/>
              <p:cNvSpPr/>
              <p:nvPr/>
            </p:nvSpPr>
            <p:spPr>
              <a:xfrm>
                <a:off x="4823024" y="3477260"/>
                <a:ext cx="2971318" cy="39"/>
              </a:xfrm>
              <a:custGeom>
                <a:avLst/>
                <a:gdLst/>
                <a:ahLst/>
                <a:cxnLst/>
                <a:rect l="l" t="t" r="r" b="b"/>
                <a:pathLst>
                  <a:path w="77092" h="1" fill="none" extrusionOk="0">
                    <a:moveTo>
                      <a:pt x="0" y="1"/>
                    </a:moveTo>
                    <a:lnTo>
                      <a:pt x="77091" y="1"/>
                    </a:lnTo>
                  </a:path>
                </a:pathLst>
              </a:custGeom>
              <a:noFill/>
              <a:ln w="4450" cap="flat" cmpd="sng">
                <a:solidFill>
                  <a:srgbClr val="0B0B0B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69" name="Google Shape;1069;p20"/>
              <p:cNvSpPr/>
              <p:nvPr/>
            </p:nvSpPr>
            <p:spPr>
              <a:xfrm>
                <a:off x="4823024" y="3617567"/>
                <a:ext cx="2971318" cy="39"/>
              </a:xfrm>
              <a:custGeom>
                <a:avLst/>
                <a:gdLst/>
                <a:ahLst/>
                <a:cxnLst/>
                <a:rect l="l" t="t" r="r" b="b"/>
                <a:pathLst>
                  <a:path w="77092" h="1" fill="none" extrusionOk="0">
                    <a:moveTo>
                      <a:pt x="0" y="1"/>
                    </a:moveTo>
                    <a:lnTo>
                      <a:pt x="77091" y="1"/>
                    </a:lnTo>
                  </a:path>
                </a:pathLst>
              </a:custGeom>
              <a:noFill/>
              <a:ln w="4450" cap="flat" cmpd="sng">
                <a:solidFill>
                  <a:srgbClr val="0B0B0B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70" name="Google Shape;1070;p20"/>
              <p:cNvSpPr/>
              <p:nvPr/>
            </p:nvSpPr>
            <p:spPr>
              <a:xfrm>
                <a:off x="4823024" y="3757912"/>
                <a:ext cx="2971318" cy="39"/>
              </a:xfrm>
              <a:custGeom>
                <a:avLst/>
                <a:gdLst/>
                <a:ahLst/>
                <a:cxnLst/>
                <a:rect l="l" t="t" r="r" b="b"/>
                <a:pathLst>
                  <a:path w="77092" h="1" fill="none" extrusionOk="0">
                    <a:moveTo>
                      <a:pt x="0" y="0"/>
                    </a:moveTo>
                    <a:lnTo>
                      <a:pt x="77091" y="0"/>
                    </a:lnTo>
                  </a:path>
                </a:pathLst>
              </a:custGeom>
              <a:noFill/>
              <a:ln w="4450" cap="flat" cmpd="sng">
                <a:solidFill>
                  <a:srgbClr val="0B0B0B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71" name="Google Shape;1071;p20"/>
              <p:cNvSpPr/>
              <p:nvPr/>
            </p:nvSpPr>
            <p:spPr>
              <a:xfrm>
                <a:off x="4823024" y="3898218"/>
                <a:ext cx="2971318" cy="39"/>
              </a:xfrm>
              <a:custGeom>
                <a:avLst/>
                <a:gdLst/>
                <a:ahLst/>
                <a:cxnLst/>
                <a:rect l="l" t="t" r="r" b="b"/>
                <a:pathLst>
                  <a:path w="77092" h="1" fill="none" extrusionOk="0">
                    <a:moveTo>
                      <a:pt x="0" y="0"/>
                    </a:moveTo>
                    <a:lnTo>
                      <a:pt x="77091" y="0"/>
                    </a:lnTo>
                  </a:path>
                </a:pathLst>
              </a:custGeom>
              <a:noFill/>
              <a:ln w="4450" cap="flat" cmpd="sng">
                <a:solidFill>
                  <a:srgbClr val="0B0B0B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72" name="Google Shape;1072;p20"/>
              <p:cNvSpPr/>
              <p:nvPr/>
            </p:nvSpPr>
            <p:spPr>
              <a:xfrm>
                <a:off x="4823024" y="4038524"/>
                <a:ext cx="2971318" cy="39"/>
              </a:xfrm>
              <a:custGeom>
                <a:avLst/>
                <a:gdLst/>
                <a:ahLst/>
                <a:cxnLst/>
                <a:rect l="l" t="t" r="r" b="b"/>
                <a:pathLst>
                  <a:path w="77092" h="1" fill="none" extrusionOk="0">
                    <a:moveTo>
                      <a:pt x="0" y="0"/>
                    </a:moveTo>
                    <a:lnTo>
                      <a:pt x="77091" y="0"/>
                    </a:lnTo>
                  </a:path>
                </a:pathLst>
              </a:custGeom>
              <a:noFill/>
              <a:ln w="4450" cap="flat" cmpd="sng">
                <a:solidFill>
                  <a:srgbClr val="0B0B0B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73" name="Google Shape;1073;p20"/>
              <p:cNvSpPr/>
              <p:nvPr/>
            </p:nvSpPr>
            <p:spPr>
              <a:xfrm>
                <a:off x="4823024" y="4178831"/>
                <a:ext cx="2971318" cy="39"/>
              </a:xfrm>
              <a:custGeom>
                <a:avLst/>
                <a:gdLst/>
                <a:ahLst/>
                <a:cxnLst/>
                <a:rect l="l" t="t" r="r" b="b"/>
                <a:pathLst>
                  <a:path w="77092" h="1" fill="none" extrusionOk="0">
                    <a:moveTo>
                      <a:pt x="0" y="0"/>
                    </a:moveTo>
                    <a:lnTo>
                      <a:pt x="77091" y="0"/>
                    </a:lnTo>
                  </a:path>
                </a:pathLst>
              </a:custGeom>
              <a:noFill/>
              <a:ln w="4450" cap="flat" cmpd="sng">
                <a:solidFill>
                  <a:srgbClr val="0B0B0B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74" name="Google Shape;1074;p20"/>
              <p:cNvSpPr/>
              <p:nvPr/>
            </p:nvSpPr>
            <p:spPr>
              <a:xfrm>
                <a:off x="4823024" y="4319137"/>
                <a:ext cx="2971318" cy="39"/>
              </a:xfrm>
              <a:custGeom>
                <a:avLst/>
                <a:gdLst/>
                <a:ahLst/>
                <a:cxnLst/>
                <a:rect l="l" t="t" r="r" b="b"/>
                <a:pathLst>
                  <a:path w="77092" h="1" fill="none" extrusionOk="0">
                    <a:moveTo>
                      <a:pt x="0" y="0"/>
                    </a:moveTo>
                    <a:lnTo>
                      <a:pt x="77091" y="0"/>
                    </a:lnTo>
                  </a:path>
                </a:pathLst>
              </a:custGeom>
              <a:noFill/>
              <a:ln w="4450" cap="flat" cmpd="sng">
                <a:solidFill>
                  <a:srgbClr val="0B0B0B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75" name="Google Shape;1075;p20"/>
              <p:cNvSpPr/>
              <p:nvPr/>
            </p:nvSpPr>
            <p:spPr>
              <a:xfrm>
                <a:off x="4823024" y="4459444"/>
                <a:ext cx="2971318" cy="39"/>
              </a:xfrm>
              <a:custGeom>
                <a:avLst/>
                <a:gdLst/>
                <a:ahLst/>
                <a:cxnLst/>
                <a:rect l="l" t="t" r="r" b="b"/>
                <a:pathLst>
                  <a:path w="77092" h="1" fill="none" extrusionOk="0">
                    <a:moveTo>
                      <a:pt x="0" y="1"/>
                    </a:moveTo>
                    <a:lnTo>
                      <a:pt x="77091" y="1"/>
                    </a:lnTo>
                  </a:path>
                </a:pathLst>
              </a:custGeom>
              <a:noFill/>
              <a:ln w="4450" cap="flat" cmpd="sng">
                <a:solidFill>
                  <a:srgbClr val="0B0B0B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76" name="Google Shape;1076;p20"/>
              <p:cNvSpPr/>
              <p:nvPr/>
            </p:nvSpPr>
            <p:spPr>
              <a:xfrm>
                <a:off x="4823024" y="4599750"/>
                <a:ext cx="2971318" cy="39"/>
              </a:xfrm>
              <a:custGeom>
                <a:avLst/>
                <a:gdLst/>
                <a:ahLst/>
                <a:cxnLst/>
                <a:rect l="l" t="t" r="r" b="b"/>
                <a:pathLst>
                  <a:path w="77092" h="1" fill="none" extrusionOk="0">
                    <a:moveTo>
                      <a:pt x="0" y="1"/>
                    </a:moveTo>
                    <a:lnTo>
                      <a:pt x="77091" y="1"/>
                    </a:lnTo>
                  </a:path>
                </a:pathLst>
              </a:custGeom>
              <a:noFill/>
              <a:ln w="4450" cap="flat" cmpd="sng">
                <a:solidFill>
                  <a:srgbClr val="0B0B0B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77" name="Google Shape;1077;p20"/>
              <p:cNvSpPr/>
              <p:nvPr/>
            </p:nvSpPr>
            <p:spPr>
              <a:xfrm>
                <a:off x="4823024" y="4740056"/>
                <a:ext cx="2971318" cy="39"/>
              </a:xfrm>
              <a:custGeom>
                <a:avLst/>
                <a:gdLst/>
                <a:ahLst/>
                <a:cxnLst/>
                <a:rect l="l" t="t" r="r" b="b"/>
                <a:pathLst>
                  <a:path w="77092" h="1" fill="none" extrusionOk="0">
                    <a:moveTo>
                      <a:pt x="0" y="1"/>
                    </a:moveTo>
                    <a:lnTo>
                      <a:pt x="77091" y="1"/>
                    </a:lnTo>
                  </a:path>
                </a:pathLst>
              </a:custGeom>
              <a:noFill/>
              <a:ln w="4450" cap="flat" cmpd="sng">
                <a:solidFill>
                  <a:srgbClr val="0B0B0B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78" name="Google Shape;1078;p20"/>
              <p:cNvSpPr/>
              <p:nvPr/>
            </p:nvSpPr>
            <p:spPr>
              <a:xfrm>
                <a:off x="4823024" y="4880363"/>
                <a:ext cx="2971318" cy="39"/>
              </a:xfrm>
              <a:custGeom>
                <a:avLst/>
                <a:gdLst/>
                <a:ahLst/>
                <a:cxnLst/>
                <a:rect l="l" t="t" r="r" b="b"/>
                <a:pathLst>
                  <a:path w="77092" h="1" fill="none" extrusionOk="0">
                    <a:moveTo>
                      <a:pt x="0" y="1"/>
                    </a:moveTo>
                    <a:lnTo>
                      <a:pt x="77091" y="1"/>
                    </a:lnTo>
                  </a:path>
                </a:pathLst>
              </a:custGeom>
              <a:noFill/>
              <a:ln w="4450" cap="flat" cmpd="sng">
                <a:solidFill>
                  <a:srgbClr val="0B0B0B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79" name="Google Shape;1079;p20"/>
              <p:cNvSpPr/>
              <p:nvPr/>
            </p:nvSpPr>
            <p:spPr>
              <a:xfrm>
                <a:off x="4823024" y="5020669"/>
                <a:ext cx="2971318" cy="39"/>
              </a:xfrm>
              <a:custGeom>
                <a:avLst/>
                <a:gdLst/>
                <a:ahLst/>
                <a:cxnLst/>
                <a:rect l="l" t="t" r="r" b="b"/>
                <a:pathLst>
                  <a:path w="77092" h="1" fill="none" extrusionOk="0">
                    <a:moveTo>
                      <a:pt x="0" y="1"/>
                    </a:moveTo>
                    <a:lnTo>
                      <a:pt x="77091" y="1"/>
                    </a:lnTo>
                  </a:path>
                </a:pathLst>
              </a:custGeom>
              <a:noFill/>
              <a:ln w="4450" cap="flat" cmpd="sng">
                <a:solidFill>
                  <a:srgbClr val="0B0B0B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grpSp>
        <p:nvGrpSpPr>
          <p:cNvPr id="1080" name="Google Shape;1080;p20"/>
          <p:cNvGrpSpPr/>
          <p:nvPr/>
        </p:nvGrpSpPr>
        <p:grpSpPr>
          <a:xfrm>
            <a:off x="-399" y="-2520"/>
            <a:ext cx="6096340" cy="6863040"/>
            <a:chOff x="-300" y="-2276"/>
            <a:chExt cx="4572255" cy="5147280"/>
          </a:xfrm>
        </p:grpSpPr>
        <p:sp>
          <p:nvSpPr>
            <p:cNvPr id="1081" name="Google Shape;1081;p20"/>
            <p:cNvSpPr/>
            <p:nvPr/>
          </p:nvSpPr>
          <p:spPr>
            <a:xfrm>
              <a:off x="-300" y="284478"/>
              <a:ext cx="4567627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2" name="Google Shape;1082;p20"/>
            <p:cNvSpPr/>
            <p:nvPr/>
          </p:nvSpPr>
          <p:spPr>
            <a:xfrm>
              <a:off x="-300" y="-2276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3" name="Google Shape;1083;p20"/>
            <p:cNvSpPr/>
            <p:nvPr/>
          </p:nvSpPr>
          <p:spPr>
            <a:xfrm>
              <a:off x="283874" y="-2276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4" name="Google Shape;1084;p20"/>
            <p:cNvSpPr/>
            <p:nvPr/>
          </p:nvSpPr>
          <p:spPr>
            <a:xfrm>
              <a:off x="568819" y="-2276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5" name="Google Shape;1085;p20"/>
            <p:cNvSpPr/>
            <p:nvPr/>
          </p:nvSpPr>
          <p:spPr>
            <a:xfrm>
              <a:off x="852992" y="-2276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6" name="Google Shape;1086;p20"/>
            <p:cNvSpPr/>
            <p:nvPr/>
          </p:nvSpPr>
          <p:spPr>
            <a:xfrm>
              <a:off x="1137937" y="-2276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7" name="Google Shape;1087;p20"/>
            <p:cNvSpPr/>
            <p:nvPr/>
          </p:nvSpPr>
          <p:spPr>
            <a:xfrm>
              <a:off x="1422111" y="-2276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8" name="Google Shape;1088;p20"/>
            <p:cNvSpPr/>
            <p:nvPr/>
          </p:nvSpPr>
          <p:spPr>
            <a:xfrm>
              <a:off x="1706285" y="-2276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9" name="Google Shape;1089;p20"/>
            <p:cNvSpPr/>
            <p:nvPr/>
          </p:nvSpPr>
          <p:spPr>
            <a:xfrm>
              <a:off x="1991191" y="-2276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90" name="Google Shape;1090;p20"/>
            <p:cNvSpPr/>
            <p:nvPr/>
          </p:nvSpPr>
          <p:spPr>
            <a:xfrm>
              <a:off x="2275403" y="-2276"/>
              <a:ext cx="0" cy="5147280"/>
            </a:xfrm>
            <a:custGeom>
              <a:avLst/>
              <a:gdLst/>
              <a:ahLst/>
              <a:cxnLst/>
              <a:rect l="l" t="t" r="r" b="b"/>
              <a:pathLst>
                <a:path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91" name="Google Shape;1091;p20"/>
            <p:cNvSpPr/>
            <p:nvPr/>
          </p:nvSpPr>
          <p:spPr>
            <a:xfrm>
              <a:off x="2560310" y="-2276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92" name="Google Shape;1092;p20"/>
            <p:cNvSpPr/>
            <p:nvPr/>
          </p:nvSpPr>
          <p:spPr>
            <a:xfrm>
              <a:off x="2844483" y="-2276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93" name="Google Shape;1093;p20"/>
            <p:cNvSpPr/>
            <p:nvPr/>
          </p:nvSpPr>
          <p:spPr>
            <a:xfrm>
              <a:off x="3128657" y="-2276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94" name="Google Shape;1094;p20"/>
            <p:cNvSpPr/>
            <p:nvPr/>
          </p:nvSpPr>
          <p:spPr>
            <a:xfrm>
              <a:off x="3413602" y="-2276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95" name="Google Shape;1095;p20"/>
            <p:cNvSpPr/>
            <p:nvPr/>
          </p:nvSpPr>
          <p:spPr>
            <a:xfrm>
              <a:off x="3697776" y="-2276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96" name="Google Shape;1096;p20"/>
            <p:cNvSpPr/>
            <p:nvPr/>
          </p:nvSpPr>
          <p:spPr>
            <a:xfrm>
              <a:off x="3981950" y="-2276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97" name="Google Shape;1097;p20"/>
            <p:cNvSpPr/>
            <p:nvPr/>
          </p:nvSpPr>
          <p:spPr>
            <a:xfrm>
              <a:off x="4266894" y="-2276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98" name="Google Shape;1098;p20"/>
            <p:cNvSpPr/>
            <p:nvPr/>
          </p:nvSpPr>
          <p:spPr>
            <a:xfrm>
              <a:off x="-300" y="2858093"/>
              <a:ext cx="4567627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99" name="Google Shape;1099;p20"/>
            <p:cNvSpPr/>
            <p:nvPr/>
          </p:nvSpPr>
          <p:spPr>
            <a:xfrm>
              <a:off x="-300" y="2572118"/>
              <a:ext cx="4567627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1"/>
                  </a:moveTo>
                  <a:lnTo>
                    <a:pt x="154953" y="1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00" name="Google Shape;1100;p20"/>
            <p:cNvSpPr/>
            <p:nvPr/>
          </p:nvSpPr>
          <p:spPr>
            <a:xfrm>
              <a:off x="-300" y="2286182"/>
              <a:ext cx="4567627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01" name="Google Shape;1101;p20"/>
            <p:cNvSpPr/>
            <p:nvPr/>
          </p:nvSpPr>
          <p:spPr>
            <a:xfrm>
              <a:off x="-300" y="2000208"/>
              <a:ext cx="4567627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02" name="Google Shape;1102;p20"/>
            <p:cNvSpPr/>
            <p:nvPr/>
          </p:nvSpPr>
          <p:spPr>
            <a:xfrm>
              <a:off x="-300" y="1714234"/>
              <a:ext cx="4567627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1"/>
                  </a:moveTo>
                  <a:lnTo>
                    <a:pt x="154953" y="1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03" name="Google Shape;1103;p20"/>
            <p:cNvSpPr/>
            <p:nvPr/>
          </p:nvSpPr>
          <p:spPr>
            <a:xfrm>
              <a:off x="-300" y="1428298"/>
              <a:ext cx="4567627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04" name="Google Shape;1104;p20"/>
            <p:cNvSpPr/>
            <p:nvPr/>
          </p:nvSpPr>
          <p:spPr>
            <a:xfrm>
              <a:off x="-300" y="4287116"/>
              <a:ext cx="4567627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05" name="Google Shape;1105;p20"/>
            <p:cNvSpPr/>
            <p:nvPr/>
          </p:nvSpPr>
          <p:spPr>
            <a:xfrm>
              <a:off x="-300" y="4001141"/>
              <a:ext cx="4567627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1"/>
                  </a:moveTo>
                  <a:lnTo>
                    <a:pt x="154953" y="1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06" name="Google Shape;1106;p20"/>
            <p:cNvSpPr/>
            <p:nvPr/>
          </p:nvSpPr>
          <p:spPr>
            <a:xfrm>
              <a:off x="-300" y="3715938"/>
              <a:ext cx="4567627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1"/>
                  </a:moveTo>
                  <a:lnTo>
                    <a:pt x="154953" y="1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07" name="Google Shape;1107;p20"/>
            <p:cNvSpPr/>
            <p:nvPr/>
          </p:nvSpPr>
          <p:spPr>
            <a:xfrm>
              <a:off x="-300" y="3430003"/>
              <a:ext cx="4567627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08" name="Google Shape;1108;p20"/>
            <p:cNvSpPr/>
            <p:nvPr/>
          </p:nvSpPr>
          <p:spPr>
            <a:xfrm>
              <a:off x="-300" y="4859026"/>
              <a:ext cx="4567627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09" name="Google Shape;1109;p20"/>
            <p:cNvSpPr/>
            <p:nvPr/>
          </p:nvSpPr>
          <p:spPr>
            <a:xfrm>
              <a:off x="-300" y="4573051"/>
              <a:ext cx="4567627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1"/>
                  </a:moveTo>
                  <a:lnTo>
                    <a:pt x="154953" y="1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10" name="Google Shape;1110;p20"/>
            <p:cNvSpPr/>
            <p:nvPr/>
          </p:nvSpPr>
          <p:spPr>
            <a:xfrm>
              <a:off x="-300" y="3144028"/>
              <a:ext cx="4567627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1"/>
                  </a:moveTo>
                  <a:lnTo>
                    <a:pt x="154953" y="1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11" name="Google Shape;1111;p20"/>
            <p:cNvSpPr/>
            <p:nvPr/>
          </p:nvSpPr>
          <p:spPr>
            <a:xfrm>
              <a:off x="-300" y="1142324"/>
              <a:ext cx="4567627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1"/>
                  </a:moveTo>
                  <a:lnTo>
                    <a:pt x="154953" y="1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12" name="Google Shape;1112;p20"/>
            <p:cNvSpPr/>
            <p:nvPr/>
          </p:nvSpPr>
          <p:spPr>
            <a:xfrm>
              <a:off x="-300" y="856388"/>
              <a:ext cx="4567627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13" name="Google Shape;1113;p20"/>
            <p:cNvSpPr/>
            <p:nvPr/>
          </p:nvSpPr>
          <p:spPr>
            <a:xfrm>
              <a:off x="-300" y="570414"/>
              <a:ext cx="4567627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1"/>
                  </a:moveTo>
                  <a:lnTo>
                    <a:pt x="154953" y="1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14" name="Google Shape;1114;p20"/>
            <p:cNvSpPr/>
            <p:nvPr/>
          </p:nvSpPr>
          <p:spPr>
            <a:xfrm>
              <a:off x="4328" y="5144961"/>
              <a:ext cx="4567627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1"/>
                  </a:moveTo>
                  <a:lnTo>
                    <a:pt x="154953" y="1"/>
                  </a:lnTo>
                </a:path>
              </a:pathLst>
            </a:custGeom>
            <a:noFill/>
            <a:ln w="2475" cap="flat" cmpd="sng">
              <a:solidFill>
                <a:srgbClr val="0B0B0B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15" name="Google Shape;1115;p20"/>
            <p:cNvSpPr/>
            <p:nvPr/>
          </p:nvSpPr>
          <p:spPr>
            <a:xfrm>
              <a:off x="4328" y="-725"/>
              <a:ext cx="4567627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rgbClr val="0B0B0B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16" name="Google Shape;1116;p20"/>
            <p:cNvSpPr/>
            <p:nvPr/>
          </p:nvSpPr>
          <p:spPr>
            <a:xfrm>
              <a:off x="4551068" y="-2276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117" name="Google Shape;1117;p20"/>
          <p:cNvSpPr/>
          <p:nvPr/>
        </p:nvSpPr>
        <p:spPr>
          <a:xfrm flipH="1">
            <a:off x="9978400" y="-3033"/>
            <a:ext cx="2214000" cy="6863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u="sng"/>
          </a:p>
        </p:txBody>
      </p:sp>
      <p:sp>
        <p:nvSpPr>
          <p:cNvPr id="1118" name="Google Shape;1118;p20"/>
          <p:cNvSpPr/>
          <p:nvPr/>
        </p:nvSpPr>
        <p:spPr>
          <a:xfrm>
            <a:off x="3528000" y="-2600"/>
            <a:ext cx="4622800" cy="6863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119" name="Google Shape;1119;p20"/>
          <p:cNvGrpSpPr/>
          <p:nvPr/>
        </p:nvGrpSpPr>
        <p:grpSpPr>
          <a:xfrm rot="10800000" flipH="1">
            <a:off x="8283395" y="-3044"/>
            <a:ext cx="1562411" cy="3419967"/>
            <a:chOff x="7792762" y="2921359"/>
            <a:chExt cx="1171808" cy="2223646"/>
          </a:xfrm>
        </p:grpSpPr>
        <p:sp>
          <p:nvSpPr>
            <p:cNvPr id="1120" name="Google Shape;1120;p20"/>
            <p:cNvSpPr/>
            <p:nvPr/>
          </p:nvSpPr>
          <p:spPr>
            <a:xfrm>
              <a:off x="7792762" y="2921359"/>
              <a:ext cx="67102" cy="2223646"/>
            </a:xfrm>
            <a:custGeom>
              <a:avLst/>
              <a:gdLst/>
              <a:ahLst/>
              <a:cxnLst/>
              <a:rect l="l" t="t" r="r" b="b"/>
              <a:pathLst>
                <a:path w="1741" h="57641" extrusionOk="0">
                  <a:moveTo>
                    <a:pt x="1" y="1"/>
                  </a:moveTo>
                  <a:lnTo>
                    <a:pt x="1" y="57641"/>
                  </a:lnTo>
                  <a:lnTo>
                    <a:pt x="1740" y="57641"/>
                  </a:lnTo>
                  <a:lnTo>
                    <a:pt x="1740" y="1"/>
                  </a:lnTo>
                  <a:close/>
                </a:path>
              </a:pathLst>
            </a:custGeom>
            <a:solidFill>
              <a:srgbClr val="0B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21" name="Google Shape;1121;p20"/>
            <p:cNvSpPr/>
            <p:nvPr/>
          </p:nvSpPr>
          <p:spPr>
            <a:xfrm>
              <a:off x="7976378" y="2921359"/>
              <a:ext cx="67835" cy="2223646"/>
            </a:xfrm>
            <a:custGeom>
              <a:avLst/>
              <a:gdLst/>
              <a:ahLst/>
              <a:cxnLst/>
              <a:rect l="l" t="t" r="r" b="b"/>
              <a:pathLst>
                <a:path w="1760" h="57641" extrusionOk="0">
                  <a:moveTo>
                    <a:pt x="0" y="1"/>
                  </a:moveTo>
                  <a:lnTo>
                    <a:pt x="0" y="57641"/>
                  </a:lnTo>
                  <a:lnTo>
                    <a:pt x="1760" y="57641"/>
                  </a:lnTo>
                  <a:lnTo>
                    <a:pt x="1760" y="1"/>
                  </a:lnTo>
                  <a:close/>
                </a:path>
              </a:pathLst>
            </a:custGeom>
            <a:solidFill>
              <a:srgbClr val="0B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22" name="Google Shape;1122;p20"/>
            <p:cNvSpPr/>
            <p:nvPr/>
          </p:nvSpPr>
          <p:spPr>
            <a:xfrm>
              <a:off x="8160766" y="2921359"/>
              <a:ext cx="67064" cy="2223646"/>
            </a:xfrm>
            <a:custGeom>
              <a:avLst/>
              <a:gdLst/>
              <a:ahLst/>
              <a:cxnLst/>
              <a:rect l="l" t="t" r="r" b="b"/>
              <a:pathLst>
                <a:path w="1740" h="57641" extrusionOk="0">
                  <a:moveTo>
                    <a:pt x="0" y="1"/>
                  </a:moveTo>
                  <a:lnTo>
                    <a:pt x="0" y="57641"/>
                  </a:lnTo>
                  <a:lnTo>
                    <a:pt x="1739" y="57641"/>
                  </a:lnTo>
                  <a:lnTo>
                    <a:pt x="1739" y="1"/>
                  </a:lnTo>
                  <a:close/>
                </a:path>
              </a:pathLst>
            </a:custGeom>
            <a:solidFill>
              <a:srgbClr val="0B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23" name="Google Shape;1123;p20"/>
            <p:cNvSpPr/>
            <p:nvPr/>
          </p:nvSpPr>
          <p:spPr>
            <a:xfrm>
              <a:off x="8345115" y="2921359"/>
              <a:ext cx="67102" cy="2223646"/>
            </a:xfrm>
            <a:custGeom>
              <a:avLst/>
              <a:gdLst/>
              <a:ahLst/>
              <a:cxnLst/>
              <a:rect l="l" t="t" r="r" b="b"/>
              <a:pathLst>
                <a:path w="1741" h="57641" extrusionOk="0">
                  <a:moveTo>
                    <a:pt x="1" y="1"/>
                  </a:moveTo>
                  <a:lnTo>
                    <a:pt x="1" y="57641"/>
                  </a:lnTo>
                  <a:lnTo>
                    <a:pt x="1740" y="57641"/>
                  </a:lnTo>
                  <a:lnTo>
                    <a:pt x="1740" y="1"/>
                  </a:lnTo>
                  <a:close/>
                </a:path>
              </a:pathLst>
            </a:custGeom>
            <a:solidFill>
              <a:srgbClr val="0B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24" name="Google Shape;1124;p20"/>
            <p:cNvSpPr/>
            <p:nvPr/>
          </p:nvSpPr>
          <p:spPr>
            <a:xfrm>
              <a:off x="8528731" y="2921359"/>
              <a:ext cx="67835" cy="2223646"/>
            </a:xfrm>
            <a:custGeom>
              <a:avLst/>
              <a:gdLst/>
              <a:ahLst/>
              <a:cxnLst/>
              <a:rect l="l" t="t" r="r" b="b"/>
              <a:pathLst>
                <a:path w="1760" h="57641" extrusionOk="0">
                  <a:moveTo>
                    <a:pt x="0" y="1"/>
                  </a:moveTo>
                  <a:lnTo>
                    <a:pt x="0" y="57641"/>
                  </a:lnTo>
                  <a:lnTo>
                    <a:pt x="1760" y="57641"/>
                  </a:lnTo>
                  <a:lnTo>
                    <a:pt x="1760" y="1"/>
                  </a:lnTo>
                  <a:close/>
                </a:path>
              </a:pathLst>
            </a:custGeom>
            <a:solidFill>
              <a:srgbClr val="0B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25" name="Google Shape;1125;p20"/>
            <p:cNvSpPr/>
            <p:nvPr/>
          </p:nvSpPr>
          <p:spPr>
            <a:xfrm>
              <a:off x="8713080" y="2921359"/>
              <a:ext cx="67102" cy="2223646"/>
            </a:xfrm>
            <a:custGeom>
              <a:avLst/>
              <a:gdLst/>
              <a:ahLst/>
              <a:cxnLst/>
              <a:rect l="l" t="t" r="r" b="b"/>
              <a:pathLst>
                <a:path w="1741" h="57641" extrusionOk="0">
                  <a:moveTo>
                    <a:pt x="1" y="1"/>
                  </a:moveTo>
                  <a:lnTo>
                    <a:pt x="1" y="57641"/>
                  </a:lnTo>
                  <a:lnTo>
                    <a:pt x="1740" y="57641"/>
                  </a:lnTo>
                  <a:lnTo>
                    <a:pt x="1740" y="1"/>
                  </a:lnTo>
                  <a:close/>
                </a:path>
              </a:pathLst>
            </a:custGeom>
            <a:solidFill>
              <a:srgbClr val="0B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26" name="Google Shape;1126;p20"/>
            <p:cNvSpPr/>
            <p:nvPr/>
          </p:nvSpPr>
          <p:spPr>
            <a:xfrm>
              <a:off x="8896696" y="2921359"/>
              <a:ext cx="67873" cy="2223646"/>
            </a:xfrm>
            <a:custGeom>
              <a:avLst/>
              <a:gdLst/>
              <a:ahLst/>
              <a:cxnLst/>
              <a:rect l="l" t="t" r="r" b="b"/>
              <a:pathLst>
                <a:path w="1761" h="57641" extrusionOk="0">
                  <a:moveTo>
                    <a:pt x="1" y="1"/>
                  </a:moveTo>
                  <a:lnTo>
                    <a:pt x="1" y="57641"/>
                  </a:lnTo>
                  <a:lnTo>
                    <a:pt x="1760" y="57641"/>
                  </a:lnTo>
                  <a:lnTo>
                    <a:pt x="1760" y="1"/>
                  </a:lnTo>
                  <a:close/>
                </a:path>
              </a:pathLst>
            </a:custGeom>
            <a:solidFill>
              <a:srgbClr val="0B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127" name="Google Shape;1127;p20"/>
          <p:cNvGrpSpPr/>
          <p:nvPr/>
        </p:nvGrpSpPr>
        <p:grpSpPr>
          <a:xfrm>
            <a:off x="960000" y="720000"/>
            <a:ext cx="10373600" cy="5520800"/>
            <a:chOff x="720000" y="540000"/>
            <a:chExt cx="7780200" cy="4140600"/>
          </a:xfrm>
        </p:grpSpPr>
        <p:sp>
          <p:nvSpPr>
            <p:cNvPr id="1128" name="Google Shape;1128;p20"/>
            <p:cNvSpPr/>
            <p:nvPr/>
          </p:nvSpPr>
          <p:spPr>
            <a:xfrm>
              <a:off x="796200" y="616200"/>
              <a:ext cx="7704000" cy="40644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29" name="Google Shape;1129;p20"/>
            <p:cNvSpPr/>
            <p:nvPr/>
          </p:nvSpPr>
          <p:spPr>
            <a:xfrm>
              <a:off x="720000" y="540000"/>
              <a:ext cx="7704000" cy="40644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130" name="Google Shape;1130;p20"/>
          <p:cNvSpPr txBox="1">
            <a:spLocks noGrp="1"/>
          </p:cNvSpPr>
          <p:nvPr>
            <p:ph type="title"/>
          </p:nvPr>
        </p:nvSpPr>
        <p:spPr>
          <a:xfrm>
            <a:off x="960000" y="1037500"/>
            <a:ext cx="10272000" cy="85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4267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 sz="4267"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 sz="4267"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 sz="4267"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 sz="4267"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 sz="4267"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 sz="4267"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 sz="4267"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 sz="4267"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9689096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2" name="Google Shape;1132;p21"/>
          <p:cNvGrpSpPr/>
          <p:nvPr/>
        </p:nvGrpSpPr>
        <p:grpSpPr>
          <a:xfrm flipH="1">
            <a:off x="-227" y="-2517"/>
            <a:ext cx="12192243" cy="6864073"/>
            <a:chOff x="-170" y="-1888"/>
            <a:chExt cx="9144182" cy="5148055"/>
          </a:xfrm>
        </p:grpSpPr>
        <p:sp>
          <p:nvSpPr>
            <p:cNvPr id="1133" name="Google Shape;1133;p21"/>
            <p:cNvSpPr/>
            <p:nvPr/>
          </p:nvSpPr>
          <p:spPr>
            <a:xfrm flipH="1">
              <a:off x="3143645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34" name="Google Shape;1134;p21"/>
            <p:cNvSpPr/>
            <p:nvPr/>
          </p:nvSpPr>
          <p:spPr>
            <a:xfrm flipH="1">
              <a:off x="-170" y="284850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35" name="Google Shape;1135;p21"/>
            <p:cNvSpPr/>
            <p:nvPr/>
          </p:nvSpPr>
          <p:spPr>
            <a:xfrm flipH="1">
              <a:off x="9143974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36" name="Google Shape;1136;p21"/>
            <p:cNvSpPr/>
            <p:nvPr/>
          </p:nvSpPr>
          <p:spPr>
            <a:xfrm flipH="1">
              <a:off x="8858242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37" name="Google Shape;1137;p21"/>
            <p:cNvSpPr/>
            <p:nvPr/>
          </p:nvSpPr>
          <p:spPr>
            <a:xfrm flipH="1">
              <a:off x="8572510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38" name="Google Shape;1138;p21"/>
            <p:cNvSpPr/>
            <p:nvPr/>
          </p:nvSpPr>
          <p:spPr>
            <a:xfrm flipH="1">
              <a:off x="8286778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39" name="Google Shape;1139;p21"/>
            <p:cNvSpPr/>
            <p:nvPr/>
          </p:nvSpPr>
          <p:spPr>
            <a:xfrm flipH="1">
              <a:off x="8001047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40" name="Google Shape;1140;p21"/>
            <p:cNvSpPr/>
            <p:nvPr/>
          </p:nvSpPr>
          <p:spPr>
            <a:xfrm flipH="1">
              <a:off x="7715315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41" name="Google Shape;1141;p21"/>
            <p:cNvSpPr/>
            <p:nvPr/>
          </p:nvSpPr>
          <p:spPr>
            <a:xfrm flipH="1">
              <a:off x="7429583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42" name="Google Shape;1142;p21"/>
            <p:cNvSpPr/>
            <p:nvPr/>
          </p:nvSpPr>
          <p:spPr>
            <a:xfrm flipH="1">
              <a:off x="7143851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43" name="Google Shape;1143;p21"/>
            <p:cNvSpPr/>
            <p:nvPr/>
          </p:nvSpPr>
          <p:spPr>
            <a:xfrm rot="10800000" flipH="1">
              <a:off x="6858158" y="-1888"/>
              <a:ext cx="0" cy="5147280"/>
            </a:xfrm>
            <a:custGeom>
              <a:avLst/>
              <a:gdLst/>
              <a:ahLst/>
              <a:cxnLst/>
              <a:rect l="l" t="t" r="r" b="b"/>
              <a:pathLst>
                <a:path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44" name="Google Shape;1144;p21"/>
            <p:cNvSpPr/>
            <p:nvPr/>
          </p:nvSpPr>
          <p:spPr>
            <a:xfrm flipH="1">
              <a:off x="6572426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45" name="Google Shape;1145;p21"/>
            <p:cNvSpPr/>
            <p:nvPr/>
          </p:nvSpPr>
          <p:spPr>
            <a:xfrm flipH="1">
              <a:off x="6286695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46" name="Google Shape;1146;p21"/>
            <p:cNvSpPr/>
            <p:nvPr/>
          </p:nvSpPr>
          <p:spPr>
            <a:xfrm flipH="1">
              <a:off x="6000963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47" name="Google Shape;1147;p21"/>
            <p:cNvSpPr/>
            <p:nvPr/>
          </p:nvSpPr>
          <p:spPr>
            <a:xfrm flipH="1">
              <a:off x="5715231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48" name="Google Shape;1148;p21"/>
            <p:cNvSpPr/>
            <p:nvPr/>
          </p:nvSpPr>
          <p:spPr>
            <a:xfrm flipH="1">
              <a:off x="5429499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49" name="Google Shape;1149;p21"/>
            <p:cNvSpPr/>
            <p:nvPr/>
          </p:nvSpPr>
          <p:spPr>
            <a:xfrm flipH="1">
              <a:off x="5143768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50" name="Google Shape;1150;p21"/>
            <p:cNvSpPr/>
            <p:nvPr/>
          </p:nvSpPr>
          <p:spPr>
            <a:xfrm flipH="1">
              <a:off x="4858036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51" name="Google Shape;1151;p21"/>
            <p:cNvSpPr/>
            <p:nvPr/>
          </p:nvSpPr>
          <p:spPr>
            <a:xfrm flipH="1">
              <a:off x="4572304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52" name="Google Shape;1152;p21"/>
            <p:cNvSpPr/>
            <p:nvPr/>
          </p:nvSpPr>
          <p:spPr>
            <a:xfrm flipH="1">
              <a:off x="4286572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53" name="Google Shape;1153;p21"/>
            <p:cNvSpPr/>
            <p:nvPr/>
          </p:nvSpPr>
          <p:spPr>
            <a:xfrm flipH="1">
              <a:off x="4000841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54" name="Google Shape;1154;p21"/>
            <p:cNvSpPr/>
            <p:nvPr/>
          </p:nvSpPr>
          <p:spPr>
            <a:xfrm flipH="1">
              <a:off x="3715109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55" name="Google Shape;1155;p21"/>
            <p:cNvSpPr/>
            <p:nvPr/>
          </p:nvSpPr>
          <p:spPr>
            <a:xfrm flipH="1">
              <a:off x="3429377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56" name="Google Shape;1156;p21"/>
            <p:cNvSpPr/>
            <p:nvPr/>
          </p:nvSpPr>
          <p:spPr>
            <a:xfrm flipH="1">
              <a:off x="-170" y="2858472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57" name="Google Shape;1157;p21"/>
            <p:cNvSpPr/>
            <p:nvPr/>
          </p:nvSpPr>
          <p:spPr>
            <a:xfrm flipH="1">
              <a:off x="-170" y="2572497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1"/>
                  </a:moveTo>
                  <a:lnTo>
                    <a:pt x="154953" y="1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58" name="Google Shape;1158;p21"/>
            <p:cNvSpPr/>
            <p:nvPr/>
          </p:nvSpPr>
          <p:spPr>
            <a:xfrm flipH="1">
              <a:off x="-170" y="2286561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59" name="Google Shape;1159;p21"/>
            <p:cNvSpPr/>
            <p:nvPr/>
          </p:nvSpPr>
          <p:spPr>
            <a:xfrm flipH="1">
              <a:off x="-170" y="2000585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0" name="Google Shape;1160;p21"/>
            <p:cNvSpPr/>
            <p:nvPr/>
          </p:nvSpPr>
          <p:spPr>
            <a:xfrm flipH="1">
              <a:off x="-170" y="1714610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1"/>
                  </a:moveTo>
                  <a:lnTo>
                    <a:pt x="154953" y="1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1" name="Google Shape;1161;p21"/>
            <p:cNvSpPr/>
            <p:nvPr/>
          </p:nvSpPr>
          <p:spPr>
            <a:xfrm flipH="1">
              <a:off x="-170" y="1428674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2" name="Google Shape;1162;p21"/>
            <p:cNvSpPr/>
            <p:nvPr/>
          </p:nvSpPr>
          <p:spPr>
            <a:xfrm flipH="1">
              <a:off x="-170" y="4287500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3" name="Google Shape;1163;p21"/>
            <p:cNvSpPr/>
            <p:nvPr/>
          </p:nvSpPr>
          <p:spPr>
            <a:xfrm flipH="1">
              <a:off x="-170" y="4001524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1"/>
                  </a:moveTo>
                  <a:lnTo>
                    <a:pt x="154953" y="1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4" name="Google Shape;1164;p21"/>
            <p:cNvSpPr/>
            <p:nvPr/>
          </p:nvSpPr>
          <p:spPr>
            <a:xfrm flipH="1">
              <a:off x="-170" y="3716321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1"/>
                  </a:moveTo>
                  <a:lnTo>
                    <a:pt x="154953" y="1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5" name="Google Shape;1165;p21"/>
            <p:cNvSpPr/>
            <p:nvPr/>
          </p:nvSpPr>
          <p:spPr>
            <a:xfrm flipH="1">
              <a:off x="-170" y="3430384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6" name="Google Shape;1166;p21"/>
            <p:cNvSpPr/>
            <p:nvPr/>
          </p:nvSpPr>
          <p:spPr>
            <a:xfrm flipH="1">
              <a:off x="-170" y="4859411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7" name="Google Shape;1167;p21"/>
            <p:cNvSpPr/>
            <p:nvPr/>
          </p:nvSpPr>
          <p:spPr>
            <a:xfrm flipH="1">
              <a:off x="-170" y="4573436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1"/>
                  </a:moveTo>
                  <a:lnTo>
                    <a:pt x="154953" y="1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8" name="Google Shape;1168;p21"/>
            <p:cNvSpPr/>
            <p:nvPr/>
          </p:nvSpPr>
          <p:spPr>
            <a:xfrm flipH="1">
              <a:off x="-170" y="3144409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1"/>
                  </a:moveTo>
                  <a:lnTo>
                    <a:pt x="154953" y="1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9" name="Google Shape;1169;p21"/>
            <p:cNvSpPr/>
            <p:nvPr/>
          </p:nvSpPr>
          <p:spPr>
            <a:xfrm flipH="1">
              <a:off x="-170" y="1142698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1"/>
                  </a:moveTo>
                  <a:lnTo>
                    <a:pt x="154953" y="1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70" name="Google Shape;1170;p21"/>
            <p:cNvSpPr/>
            <p:nvPr/>
          </p:nvSpPr>
          <p:spPr>
            <a:xfrm flipH="1">
              <a:off x="-170" y="856762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71" name="Google Shape;1171;p21"/>
            <p:cNvSpPr/>
            <p:nvPr/>
          </p:nvSpPr>
          <p:spPr>
            <a:xfrm flipH="1">
              <a:off x="-170" y="570787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1"/>
                  </a:moveTo>
                  <a:lnTo>
                    <a:pt x="154953" y="1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72" name="Google Shape;1172;p21"/>
            <p:cNvSpPr/>
            <p:nvPr/>
          </p:nvSpPr>
          <p:spPr>
            <a:xfrm flipH="1">
              <a:off x="572060" y="-1113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73" name="Google Shape;1173;p21"/>
            <p:cNvSpPr/>
            <p:nvPr/>
          </p:nvSpPr>
          <p:spPr>
            <a:xfrm flipH="1">
              <a:off x="2857914" y="-1113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74" name="Google Shape;1174;p21"/>
            <p:cNvSpPr/>
            <p:nvPr/>
          </p:nvSpPr>
          <p:spPr>
            <a:xfrm flipH="1">
              <a:off x="2572182" y="-1113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75" name="Google Shape;1175;p21"/>
            <p:cNvSpPr/>
            <p:nvPr/>
          </p:nvSpPr>
          <p:spPr>
            <a:xfrm flipH="1">
              <a:off x="2286450" y="-1113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76" name="Google Shape;1176;p21"/>
            <p:cNvSpPr/>
            <p:nvPr/>
          </p:nvSpPr>
          <p:spPr>
            <a:xfrm flipH="1">
              <a:off x="2000718" y="-1113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77" name="Google Shape;1177;p21"/>
            <p:cNvSpPr/>
            <p:nvPr/>
          </p:nvSpPr>
          <p:spPr>
            <a:xfrm flipH="1">
              <a:off x="1714987" y="-1113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78" name="Google Shape;1178;p21"/>
            <p:cNvSpPr/>
            <p:nvPr/>
          </p:nvSpPr>
          <p:spPr>
            <a:xfrm flipH="1">
              <a:off x="1429255" y="-1113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79" name="Google Shape;1179;p21"/>
            <p:cNvSpPr/>
            <p:nvPr/>
          </p:nvSpPr>
          <p:spPr>
            <a:xfrm flipH="1">
              <a:off x="1143523" y="-1113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80" name="Google Shape;1180;p21"/>
            <p:cNvSpPr/>
            <p:nvPr/>
          </p:nvSpPr>
          <p:spPr>
            <a:xfrm flipH="1">
              <a:off x="857791" y="-1113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81" name="Google Shape;1181;p21"/>
            <p:cNvSpPr/>
            <p:nvPr/>
          </p:nvSpPr>
          <p:spPr>
            <a:xfrm flipH="1">
              <a:off x="596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82" name="Google Shape;1182;p21"/>
            <p:cNvSpPr/>
            <p:nvPr/>
          </p:nvSpPr>
          <p:spPr>
            <a:xfrm flipH="1">
              <a:off x="286328" y="-1113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183" name="Google Shape;1183;p21"/>
          <p:cNvGrpSpPr/>
          <p:nvPr/>
        </p:nvGrpSpPr>
        <p:grpSpPr>
          <a:xfrm rot="5400000">
            <a:off x="-569791" y="3327192"/>
            <a:ext cx="4104005" cy="2964877"/>
            <a:chOff x="-4142837" y="-571829"/>
            <a:chExt cx="3078004" cy="2223658"/>
          </a:xfrm>
        </p:grpSpPr>
        <p:sp>
          <p:nvSpPr>
            <p:cNvPr id="1184" name="Google Shape;1184;p21"/>
            <p:cNvSpPr/>
            <p:nvPr/>
          </p:nvSpPr>
          <p:spPr>
            <a:xfrm>
              <a:off x="-4142833" y="-571829"/>
              <a:ext cx="3078000" cy="2223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1185" name="Google Shape;1185;p21"/>
            <p:cNvGrpSpPr/>
            <p:nvPr/>
          </p:nvGrpSpPr>
          <p:grpSpPr>
            <a:xfrm>
              <a:off x="-4142837" y="-571816"/>
              <a:ext cx="3008435" cy="2223646"/>
              <a:chOff x="-637" y="2921359"/>
              <a:chExt cx="3008435" cy="2223646"/>
            </a:xfrm>
          </p:grpSpPr>
          <p:sp>
            <p:nvSpPr>
              <p:cNvPr id="1186" name="Google Shape;1186;p21"/>
              <p:cNvSpPr/>
              <p:nvPr/>
            </p:nvSpPr>
            <p:spPr>
              <a:xfrm>
                <a:off x="-637" y="2921359"/>
                <a:ext cx="67102" cy="2223646"/>
              </a:xfrm>
              <a:custGeom>
                <a:avLst/>
                <a:gdLst/>
                <a:ahLst/>
                <a:cxnLst/>
                <a:rect l="l" t="t" r="r" b="b"/>
                <a:pathLst>
                  <a:path w="1741" h="57641" extrusionOk="0">
                    <a:moveTo>
                      <a:pt x="1" y="1"/>
                    </a:moveTo>
                    <a:lnTo>
                      <a:pt x="1" y="57641"/>
                    </a:lnTo>
                    <a:lnTo>
                      <a:pt x="1740" y="57641"/>
                    </a:lnTo>
                    <a:lnTo>
                      <a:pt x="1740" y="1"/>
                    </a:lnTo>
                    <a:close/>
                  </a:path>
                </a:pathLst>
              </a:custGeom>
              <a:solidFill>
                <a:srgbClr val="0B0B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87" name="Google Shape;1187;p21"/>
              <p:cNvSpPr/>
              <p:nvPr/>
            </p:nvSpPr>
            <p:spPr>
              <a:xfrm>
                <a:off x="182878" y="2921359"/>
                <a:ext cx="67835" cy="2223646"/>
              </a:xfrm>
              <a:custGeom>
                <a:avLst/>
                <a:gdLst/>
                <a:ahLst/>
                <a:cxnLst/>
                <a:rect l="l" t="t" r="r" b="b"/>
                <a:pathLst>
                  <a:path w="1760" h="57641" extrusionOk="0">
                    <a:moveTo>
                      <a:pt x="0" y="1"/>
                    </a:moveTo>
                    <a:lnTo>
                      <a:pt x="0" y="57641"/>
                    </a:lnTo>
                    <a:lnTo>
                      <a:pt x="1760" y="57641"/>
                    </a:lnTo>
                    <a:lnTo>
                      <a:pt x="1760" y="1"/>
                    </a:lnTo>
                    <a:close/>
                  </a:path>
                </a:pathLst>
              </a:custGeom>
              <a:solidFill>
                <a:srgbClr val="0B0B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88" name="Google Shape;1188;p21"/>
              <p:cNvSpPr/>
              <p:nvPr/>
            </p:nvSpPr>
            <p:spPr>
              <a:xfrm>
                <a:off x="367126" y="2921359"/>
                <a:ext cx="67064" cy="2223646"/>
              </a:xfrm>
              <a:custGeom>
                <a:avLst/>
                <a:gdLst/>
                <a:ahLst/>
                <a:cxnLst/>
                <a:rect l="l" t="t" r="r" b="b"/>
                <a:pathLst>
                  <a:path w="1740" h="57641" extrusionOk="0">
                    <a:moveTo>
                      <a:pt x="0" y="1"/>
                    </a:moveTo>
                    <a:lnTo>
                      <a:pt x="0" y="57641"/>
                    </a:lnTo>
                    <a:lnTo>
                      <a:pt x="1739" y="57641"/>
                    </a:lnTo>
                    <a:lnTo>
                      <a:pt x="1739" y="1"/>
                    </a:lnTo>
                    <a:close/>
                  </a:path>
                </a:pathLst>
              </a:custGeom>
              <a:solidFill>
                <a:srgbClr val="0B0B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89" name="Google Shape;1189;p21"/>
              <p:cNvSpPr/>
              <p:nvPr/>
            </p:nvSpPr>
            <p:spPr>
              <a:xfrm>
                <a:off x="550603" y="2921359"/>
                <a:ext cx="67102" cy="2223646"/>
              </a:xfrm>
              <a:custGeom>
                <a:avLst/>
                <a:gdLst/>
                <a:ahLst/>
                <a:cxnLst/>
                <a:rect l="l" t="t" r="r" b="b"/>
                <a:pathLst>
                  <a:path w="1741" h="57641" extrusionOk="0">
                    <a:moveTo>
                      <a:pt x="1" y="1"/>
                    </a:moveTo>
                    <a:lnTo>
                      <a:pt x="1" y="57641"/>
                    </a:lnTo>
                    <a:lnTo>
                      <a:pt x="1740" y="57641"/>
                    </a:lnTo>
                    <a:lnTo>
                      <a:pt x="1740" y="1"/>
                    </a:lnTo>
                    <a:close/>
                  </a:path>
                </a:pathLst>
              </a:custGeom>
              <a:solidFill>
                <a:srgbClr val="0B0B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90" name="Google Shape;1190;p21"/>
              <p:cNvSpPr/>
              <p:nvPr/>
            </p:nvSpPr>
            <p:spPr>
              <a:xfrm>
                <a:off x="734118" y="2921359"/>
                <a:ext cx="67835" cy="2223646"/>
              </a:xfrm>
              <a:custGeom>
                <a:avLst/>
                <a:gdLst/>
                <a:ahLst/>
                <a:cxnLst/>
                <a:rect l="l" t="t" r="r" b="b"/>
                <a:pathLst>
                  <a:path w="1760" h="57641" extrusionOk="0">
                    <a:moveTo>
                      <a:pt x="0" y="1"/>
                    </a:moveTo>
                    <a:lnTo>
                      <a:pt x="0" y="57641"/>
                    </a:lnTo>
                    <a:lnTo>
                      <a:pt x="1760" y="57641"/>
                    </a:lnTo>
                    <a:lnTo>
                      <a:pt x="1760" y="1"/>
                    </a:lnTo>
                    <a:close/>
                  </a:path>
                </a:pathLst>
              </a:custGeom>
              <a:solidFill>
                <a:srgbClr val="0B0B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91" name="Google Shape;1191;p21"/>
              <p:cNvSpPr/>
              <p:nvPr/>
            </p:nvSpPr>
            <p:spPr>
              <a:xfrm>
                <a:off x="918366" y="2921359"/>
                <a:ext cx="67102" cy="2223646"/>
              </a:xfrm>
              <a:custGeom>
                <a:avLst/>
                <a:gdLst/>
                <a:ahLst/>
                <a:cxnLst/>
                <a:rect l="l" t="t" r="r" b="b"/>
                <a:pathLst>
                  <a:path w="1741" h="57641" extrusionOk="0">
                    <a:moveTo>
                      <a:pt x="1" y="1"/>
                    </a:moveTo>
                    <a:lnTo>
                      <a:pt x="1" y="57641"/>
                    </a:lnTo>
                    <a:lnTo>
                      <a:pt x="1740" y="57641"/>
                    </a:lnTo>
                    <a:lnTo>
                      <a:pt x="1740" y="1"/>
                    </a:lnTo>
                    <a:close/>
                  </a:path>
                </a:pathLst>
              </a:custGeom>
              <a:solidFill>
                <a:srgbClr val="0B0B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92" name="Google Shape;1192;p21"/>
              <p:cNvSpPr/>
              <p:nvPr/>
            </p:nvSpPr>
            <p:spPr>
              <a:xfrm>
                <a:off x="1101881" y="2921359"/>
                <a:ext cx="67873" cy="2223646"/>
              </a:xfrm>
              <a:custGeom>
                <a:avLst/>
                <a:gdLst/>
                <a:ahLst/>
                <a:cxnLst/>
                <a:rect l="l" t="t" r="r" b="b"/>
                <a:pathLst>
                  <a:path w="1761" h="57641" extrusionOk="0">
                    <a:moveTo>
                      <a:pt x="1" y="1"/>
                    </a:moveTo>
                    <a:lnTo>
                      <a:pt x="1" y="57641"/>
                    </a:lnTo>
                    <a:lnTo>
                      <a:pt x="1760" y="57641"/>
                    </a:lnTo>
                    <a:lnTo>
                      <a:pt x="1760" y="1"/>
                    </a:lnTo>
                    <a:close/>
                  </a:path>
                </a:pathLst>
              </a:custGeom>
              <a:solidFill>
                <a:srgbClr val="0B0B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93" name="Google Shape;1193;p21"/>
              <p:cNvSpPr/>
              <p:nvPr/>
            </p:nvSpPr>
            <p:spPr>
              <a:xfrm>
                <a:off x="1286167" y="2921359"/>
                <a:ext cx="67064" cy="2223646"/>
              </a:xfrm>
              <a:custGeom>
                <a:avLst/>
                <a:gdLst/>
                <a:ahLst/>
                <a:cxnLst/>
                <a:rect l="l" t="t" r="r" b="b"/>
                <a:pathLst>
                  <a:path w="1740" h="57641" extrusionOk="0">
                    <a:moveTo>
                      <a:pt x="0" y="1"/>
                    </a:moveTo>
                    <a:lnTo>
                      <a:pt x="0" y="57641"/>
                    </a:lnTo>
                    <a:lnTo>
                      <a:pt x="1740" y="57641"/>
                    </a:lnTo>
                    <a:lnTo>
                      <a:pt x="1740" y="1"/>
                    </a:lnTo>
                    <a:close/>
                  </a:path>
                </a:pathLst>
              </a:custGeom>
              <a:solidFill>
                <a:srgbClr val="0B0B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94" name="Google Shape;1194;p21"/>
              <p:cNvSpPr/>
              <p:nvPr/>
            </p:nvSpPr>
            <p:spPr>
              <a:xfrm>
                <a:off x="1469644" y="2921359"/>
                <a:ext cx="67102" cy="2223646"/>
              </a:xfrm>
              <a:custGeom>
                <a:avLst/>
                <a:gdLst/>
                <a:ahLst/>
                <a:cxnLst/>
                <a:rect l="l" t="t" r="r" b="b"/>
                <a:pathLst>
                  <a:path w="1741" h="57641" extrusionOk="0">
                    <a:moveTo>
                      <a:pt x="1" y="1"/>
                    </a:moveTo>
                    <a:lnTo>
                      <a:pt x="1" y="57641"/>
                    </a:lnTo>
                    <a:lnTo>
                      <a:pt x="1740" y="57641"/>
                    </a:lnTo>
                    <a:lnTo>
                      <a:pt x="1740" y="1"/>
                    </a:lnTo>
                    <a:close/>
                  </a:path>
                </a:pathLst>
              </a:custGeom>
              <a:solidFill>
                <a:srgbClr val="0B0B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95" name="Google Shape;1195;p21"/>
              <p:cNvSpPr/>
              <p:nvPr/>
            </p:nvSpPr>
            <p:spPr>
              <a:xfrm>
                <a:off x="1653159" y="2921359"/>
                <a:ext cx="67835" cy="2223646"/>
              </a:xfrm>
              <a:custGeom>
                <a:avLst/>
                <a:gdLst/>
                <a:ahLst/>
                <a:cxnLst/>
                <a:rect l="l" t="t" r="r" b="b"/>
                <a:pathLst>
                  <a:path w="1760" h="57641" extrusionOk="0">
                    <a:moveTo>
                      <a:pt x="0" y="1"/>
                    </a:moveTo>
                    <a:lnTo>
                      <a:pt x="0" y="57641"/>
                    </a:lnTo>
                    <a:lnTo>
                      <a:pt x="1760" y="57641"/>
                    </a:lnTo>
                    <a:lnTo>
                      <a:pt x="1760" y="1"/>
                    </a:lnTo>
                    <a:close/>
                  </a:path>
                </a:pathLst>
              </a:custGeom>
              <a:solidFill>
                <a:srgbClr val="0B0B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96" name="Google Shape;1196;p21"/>
              <p:cNvSpPr/>
              <p:nvPr/>
            </p:nvSpPr>
            <p:spPr>
              <a:xfrm>
                <a:off x="1837407" y="2921359"/>
                <a:ext cx="67064" cy="2223646"/>
              </a:xfrm>
              <a:custGeom>
                <a:avLst/>
                <a:gdLst/>
                <a:ahLst/>
                <a:cxnLst/>
                <a:rect l="l" t="t" r="r" b="b"/>
                <a:pathLst>
                  <a:path w="1740" h="57641" extrusionOk="0">
                    <a:moveTo>
                      <a:pt x="0" y="1"/>
                    </a:moveTo>
                    <a:lnTo>
                      <a:pt x="0" y="57641"/>
                    </a:lnTo>
                    <a:lnTo>
                      <a:pt x="1739" y="57641"/>
                    </a:lnTo>
                    <a:lnTo>
                      <a:pt x="1739" y="1"/>
                    </a:lnTo>
                    <a:close/>
                  </a:path>
                </a:pathLst>
              </a:custGeom>
              <a:solidFill>
                <a:srgbClr val="0B0B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97" name="Google Shape;1197;p21"/>
              <p:cNvSpPr/>
              <p:nvPr/>
            </p:nvSpPr>
            <p:spPr>
              <a:xfrm>
                <a:off x="2020884" y="2921359"/>
                <a:ext cx="67102" cy="2223646"/>
              </a:xfrm>
              <a:custGeom>
                <a:avLst/>
                <a:gdLst/>
                <a:ahLst/>
                <a:cxnLst/>
                <a:rect l="l" t="t" r="r" b="b"/>
                <a:pathLst>
                  <a:path w="1741" h="57641" extrusionOk="0">
                    <a:moveTo>
                      <a:pt x="1" y="1"/>
                    </a:moveTo>
                    <a:lnTo>
                      <a:pt x="1" y="57641"/>
                    </a:lnTo>
                    <a:lnTo>
                      <a:pt x="1740" y="57641"/>
                    </a:lnTo>
                    <a:lnTo>
                      <a:pt x="1740" y="1"/>
                    </a:lnTo>
                    <a:close/>
                  </a:path>
                </a:pathLst>
              </a:custGeom>
              <a:solidFill>
                <a:srgbClr val="0B0B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98" name="Google Shape;1198;p21"/>
              <p:cNvSpPr/>
              <p:nvPr/>
            </p:nvSpPr>
            <p:spPr>
              <a:xfrm>
                <a:off x="2204399" y="2921359"/>
                <a:ext cx="67835" cy="2223646"/>
              </a:xfrm>
              <a:custGeom>
                <a:avLst/>
                <a:gdLst/>
                <a:ahLst/>
                <a:cxnLst/>
                <a:rect l="l" t="t" r="r" b="b"/>
                <a:pathLst>
                  <a:path w="1760" h="57641" extrusionOk="0">
                    <a:moveTo>
                      <a:pt x="0" y="1"/>
                    </a:moveTo>
                    <a:lnTo>
                      <a:pt x="0" y="57641"/>
                    </a:lnTo>
                    <a:lnTo>
                      <a:pt x="1760" y="57641"/>
                    </a:lnTo>
                    <a:lnTo>
                      <a:pt x="1760" y="1"/>
                    </a:lnTo>
                    <a:close/>
                  </a:path>
                </a:pathLst>
              </a:custGeom>
              <a:solidFill>
                <a:srgbClr val="0B0B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99" name="Google Shape;1199;p21"/>
              <p:cNvSpPr/>
              <p:nvPr/>
            </p:nvSpPr>
            <p:spPr>
              <a:xfrm>
                <a:off x="2388647" y="2921359"/>
                <a:ext cx="67102" cy="2223646"/>
              </a:xfrm>
              <a:custGeom>
                <a:avLst/>
                <a:gdLst/>
                <a:ahLst/>
                <a:cxnLst/>
                <a:rect l="l" t="t" r="r" b="b"/>
                <a:pathLst>
                  <a:path w="1741" h="57641" extrusionOk="0">
                    <a:moveTo>
                      <a:pt x="1" y="1"/>
                    </a:moveTo>
                    <a:lnTo>
                      <a:pt x="1" y="57641"/>
                    </a:lnTo>
                    <a:lnTo>
                      <a:pt x="1740" y="57641"/>
                    </a:lnTo>
                    <a:lnTo>
                      <a:pt x="1740" y="1"/>
                    </a:lnTo>
                    <a:close/>
                  </a:path>
                </a:pathLst>
              </a:custGeom>
              <a:solidFill>
                <a:srgbClr val="0B0B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00" name="Google Shape;1200;p21"/>
              <p:cNvSpPr/>
              <p:nvPr/>
            </p:nvSpPr>
            <p:spPr>
              <a:xfrm>
                <a:off x="2572162" y="2921359"/>
                <a:ext cx="67873" cy="2223646"/>
              </a:xfrm>
              <a:custGeom>
                <a:avLst/>
                <a:gdLst/>
                <a:ahLst/>
                <a:cxnLst/>
                <a:rect l="l" t="t" r="r" b="b"/>
                <a:pathLst>
                  <a:path w="1761" h="57641" extrusionOk="0">
                    <a:moveTo>
                      <a:pt x="1" y="1"/>
                    </a:moveTo>
                    <a:lnTo>
                      <a:pt x="1" y="57641"/>
                    </a:lnTo>
                    <a:lnTo>
                      <a:pt x="1760" y="57641"/>
                    </a:lnTo>
                    <a:lnTo>
                      <a:pt x="1760" y="1"/>
                    </a:lnTo>
                    <a:close/>
                  </a:path>
                </a:pathLst>
              </a:custGeom>
              <a:solidFill>
                <a:srgbClr val="0B0B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01" name="Google Shape;1201;p21"/>
              <p:cNvSpPr/>
              <p:nvPr/>
            </p:nvSpPr>
            <p:spPr>
              <a:xfrm>
                <a:off x="2756448" y="2921359"/>
                <a:ext cx="67064" cy="2223646"/>
              </a:xfrm>
              <a:custGeom>
                <a:avLst/>
                <a:gdLst/>
                <a:ahLst/>
                <a:cxnLst/>
                <a:rect l="l" t="t" r="r" b="b"/>
                <a:pathLst>
                  <a:path w="1740" h="57641" extrusionOk="0">
                    <a:moveTo>
                      <a:pt x="0" y="1"/>
                    </a:moveTo>
                    <a:lnTo>
                      <a:pt x="0" y="57641"/>
                    </a:lnTo>
                    <a:lnTo>
                      <a:pt x="1740" y="57641"/>
                    </a:lnTo>
                    <a:lnTo>
                      <a:pt x="1740" y="1"/>
                    </a:lnTo>
                    <a:close/>
                  </a:path>
                </a:pathLst>
              </a:custGeom>
              <a:solidFill>
                <a:srgbClr val="0B0B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02" name="Google Shape;1202;p21"/>
              <p:cNvSpPr/>
              <p:nvPr/>
            </p:nvSpPr>
            <p:spPr>
              <a:xfrm>
                <a:off x="2939925" y="2921359"/>
                <a:ext cx="67873" cy="2223646"/>
              </a:xfrm>
              <a:custGeom>
                <a:avLst/>
                <a:gdLst/>
                <a:ahLst/>
                <a:cxnLst/>
                <a:rect l="l" t="t" r="r" b="b"/>
                <a:pathLst>
                  <a:path w="1761" h="57641" extrusionOk="0">
                    <a:moveTo>
                      <a:pt x="1" y="1"/>
                    </a:moveTo>
                    <a:lnTo>
                      <a:pt x="1" y="57641"/>
                    </a:lnTo>
                    <a:lnTo>
                      <a:pt x="1760" y="57641"/>
                    </a:lnTo>
                    <a:lnTo>
                      <a:pt x="1760" y="1"/>
                    </a:lnTo>
                    <a:close/>
                  </a:path>
                </a:pathLst>
              </a:custGeom>
              <a:solidFill>
                <a:srgbClr val="0B0B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sp>
        <p:nvSpPr>
          <p:cNvPr id="1203" name="Google Shape;1203;p21"/>
          <p:cNvSpPr/>
          <p:nvPr/>
        </p:nvSpPr>
        <p:spPr>
          <a:xfrm rot="10800000" flipH="1">
            <a:off x="-227" y="9"/>
            <a:ext cx="1218800" cy="3429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04" name="Google Shape;1204;p21"/>
          <p:cNvSpPr/>
          <p:nvPr/>
        </p:nvSpPr>
        <p:spPr>
          <a:xfrm rot="10800000" flipH="1">
            <a:off x="8638100" y="-12600"/>
            <a:ext cx="3554000" cy="6883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205" name="Google Shape;1205;p21"/>
          <p:cNvGrpSpPr/>
          <p:nvPr/>
        </p:nvGrpSpPr>
        <p:grpSpPr>
          <a:xfrm>
            <a:off x="-145800" y="697867"/>
            <a:ext cx="12483600" cy="5520800"/>
            <a:chOff x="-109350" y="540000"/>
            <a:chExt cx="9362700" cy="4140600"/>
          </a:xfrm>
        </p:grpSpPr>
        <p:sp>
          <p:nvSpPr>
            <p:cNvPr id="1206" name="Google Shape;1206;p21"/>
            <p:cNvSpPr/>
            <p:nvPr/>
          </p:nvSpPr>
          <p:spPr>
            <a:xfrm>
              <a:off x="-109350" y="616200"/>
              <a:ext cx="9362700" cy="40644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07" name="Google Shape;1207;p21"/>
            <p:cNvSpPr/>
            <p:nvPr/>
          </p:nvSpPr>
          <p:spPr>
            <a:xfrm>
              <a:off x="-109350" y="540000"/>
              <a:ext cx="9362700" cy="40644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208" name="Google Shape;1208;p21"/>
          <p:cNvSpPr txBox="1">
            <a:spLocks noGrp="1"/>
          </p:cNvSpPr>
          <p:nvPr>
            <p:ph type="title"/>
          </p:nvPr>
        </p:nvSpPr>
        <p:spPr>
          <a:xfrm>
            <a:off x="960000" y="1037500"/>
            <a:ext cx="10272000" cy="85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4267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 sz="4267"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 sz="4267"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 sz="4267"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 sz="4267"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 sz="4267"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 sz="4267"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 sz="4267"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 sz="4267"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09" name="Google Shape;1209;p21"/>
          <p:cNvSpPr txBox="1">
            <a:spLocks noGrp="1"/>
          </p:cNvSpPr>
          <p:nvPr>
            <p:ph type="subTitle" idx="1"/>
          </p:nvPr>
        </p:nvSpPr>
        <p:spPr>
          <a:xfrm>
            <a:off x="960000" y="2554567"/>
            <a:ext cx="2861200" cy="49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10" name="Google Shape;1210;p21"/>
          <p:cNvSpPr txBox="1">
            <a:spLocks noGrp="1"/>
          </p:cNvSpPr>
          <p:nvPr>
            <p:ph type="subTitle" idx="2"/>
          </p:nvPr>
        </p:nvSpPr>
        <p:spPr>
          <a:xfrm>
            <a:off x="960000" y="3049867"/>
            <a:ext cx="2861200" cy="81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1pPr>
            <a:lvl2pPr lvl="1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11" name="Google Shape;1211;p21"/>
          <p:cNvSpPr txBox="1">
            <a:spLocks noGrp="1"/>
          </p:cNvSpPr>
          <p:nvPr>
            <p:ph type="subTitle" idx="3"/>
          </p:nvPr>
        </p:nvSpPr>
        <p:spPr>
          <a:xfrm>
            <a:off x="4665400" y="2554567"/>
            <a:ext cx="2861200" cy="49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12" name="Google Shape;1212;p21"/>
          <p:cNvSpPr txBox="1">
            <a:spLocks noGrp="1"/>
          </p:cNvSpPr>
          <p:nvPr>
            <p:ph type="subTitle" idx="4"/>
          </p:nvPr>
        </p:nvSpPr>
        <p:spPr>
          <a:xfrm>
            <a:off x="4665400" y="3049867"/>
            <a:ext cx="2861200" cy="81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1pPr>
            <a:lvl2pPr lvl="1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13" name="Google Shape;1213;p21"/>
          <p:cNvSpPr txBox="1">
            <a:spLocks noGrp="1"/>
          </p:cNvSpPr>
          <p:nvPr>
            <p:ph type="subTitle" idx="5"/>
          </p:nvPr>
        </p:nvSpPr>
        <p:spPr>
          <a:xfrm>
            <a:off x="8370800" y="2554567"/>
            <a:ext cx="2861200" cy="49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14" name="Google Shape;1214;p21"/>
          <p:cNvSpPr txBox="1">
            <a:spLocks noGrp="1"/>
          </p:cNvSpPr>
          <p:nvPr>
            <p:ph type="subTitle" idx="6"/>
          </p:nvPr>
        </p:nvSpPr>
        <p:spPr>
          <a:xfrm>
            <a:off x="8370800" y="3049867"/>
            <a:ext cx="2861200" cy="81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1pPr>
            <a:lvl2pPr lvl="1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15" name="Google Shape;1215;p21"/>
          <p:cNvSpPr txBox="1">
            <a:spLocks noGrp="1"/>
          </p:cNvSpPr>
          <p:nvPr>
            <p:ph type="subTitle" idx="7"/>
          </p:nvPr>
        </p:nvSpPr>
        <p:spPr>
          <a:xfrm>
            <a:off x="960000" y="4103967"/>
            <a:ext cx="2861200" cy="49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16" name="Google Shape;1216;p21"/>
          <p:cNvSpPr txBox="1">
            <a:spLocks noGrp="1"/>
          </p:cNvSpPr>
          <p:nvPr>
            <p:ph type="subTitle" idx="8"/>
          </p:nvPr>
        </p:nvSpPr>
        <p:spPr>
          <a:xfrm>
            <a:off x="960000" y="4599267"/>
            <a:ext cx="2861200" cy="81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1pPr>
            <a:lvl2pPr lvl="1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17" name="Google Shape;1217;p21"/>
          <p:cNvSpPr txBox="1">
            <a:spLocks noGrp="1"/>
          </p:cNvSpPr>
          <p:nvPr>
            <p:ph type="subTitle" idx="9"/>
          </p:nvPr>
        </p:nvSpPr>
        <p:spPr>
          <a:xfrm>
            <a:off x="4665400" y="4103967"/>
            <a:ext cx="2861200" cy="49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18" name="Google Shape;1218;p21"/>
          <p:cNvSpPr txBox="1">
            <a:spLocks noGrp="1"/>
          </p:cNvSpPr>
          <p:nvPr>
            <p:ph type="subTitle" idx="13"/>
          </p:nvPr>
        </p:nvSpPr>
        <p:spPr>
          <a:xfrm>
            <a:off x="4665400" y="4599267"/>
            <a:ext cx="2861200" cy="81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1pPr>
            <a:lvl2pPr lvl="1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19" name="Google Shape;1219;p21"/>
          <p:cNvSpPr txBox="1">
            <a:spLocks noGrp="1"/>
          </p:cNvSpPr>
          <p:nvPr>
            <p:ph type="subTitle" idx="14"/>
          </p:nvPr>
        </p:nvSpPr>
        <p:spPr>
          <a:xfrm>
            <a:off x="8370800" y="4103967"/>
            <a:ext cx="2861200" cy="49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20" name="Google Shape;1220;p21"/>
          <p:cNvSpPr txBox="1">
            <a:spLocks noGrp="1"/>
          </p:cNvSpPr>
          <p:nvPr>
            <p:ph type="subTitle" idx="15"/>
          </p:nvPr>
        </p:nvSpPr>
        <p:spPr>
          <a:xfrm>
            <a:off x="8370800" y="4599267"/>
            <a:ext cx="2861200" cy="81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1pPr>
            <a:lvl2pPr lvl="1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297241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numbers">
  <p:cSld name="Three numbers">
    <p:spTree>
      <p:nvGrpSpPr>
        <p:cNvPr id="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2" name="Google Shape;1222;p22"/>
          <p:cNvGrpSpPr/>
          <p:nvPr/>
        </p:nvGrpSpPr>
        <p:grpSpPr>
          <a:xfrm>
            <a:off x="-722838" y="-36765"/>
            <a:ext cx="12914972" cy="6907581"/>
            <a:chOff x="-542129" y="-27574"/>
            <a:chExt cx="9686229" cy="5180686"/>
          </a:xfrm>
        </p:grpSpPr>
        <p:grpSp>
          <p:nvGrpSpPr>
            <p:cNvPr id="1223" name="Google Shape;1223;p22"/>
            <p:cNvGrpSpPr/>
            <p:nvPr/>
          </p:nvGrpSpPr>
          <p:grpSpPr>
            <a:xfrm flipH="1">
              <a:off x="-91" y="-1888"/>
              <a:ext cx="9144182" cy="5148055"/>
              <a:chOff x="-170" y="-1888"/>
              <a:chExt cx="9144182" cy="5148055"/>
            </a:xfrm>
          </p:grpSpPr>
          <p:sp>
            <p:nvSpPr>
              <p:cNvPr id="1224" name="Google Shape;1224;p22"/>
              <p:cNvSpPr/>
              <p:nvPr/>
            </p:nvSpPr>
            <p:spPr>
              <a:xfrm flipH="1">
                <a:off x="3143645" y="-1888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25" name="Google Shape;1225;p22"/>
              <p:cNvSpPr/>
              <p:nvPr/>
            </p:nvSpPr>
            <p:spPr>
              <a:xfrm flipH="1">
                <a:off x="-170" y="284850"/>
                <a:ext cx="9144164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0"/>
                    </a:moveTo>
                    <a:lnTo>
                      <a:pt x="154953" y="0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26" name="Google Shape;1226;p22"/>
              <p:cNvSpPr/>
              <p:nvPr/>
            </p:nvSpPr>
            <p:spPr>
              <a:xfrm flipH="1">
                <a:off x="9143974" y="-1888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27" name="Google Shape;1227;p22"/>
              <p:cNvSpPr/>
              <p:nvPr/>
            </p:nvSpPr>
            <p:spPr>
              <a:xfrm flipH="1">
                <a:off x="8858242" y="-1888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28" name="Google Shape;1228;p22"/>
              <p:cNvSpPr/>
              <p:nvPr/>
            </p:nvSpPr>
            <p:spPr>
              <a:xfrm flipH="1">
                <a:off x="8572510" y="-1888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29" name="Google Shape;1229;p22"/>
              <p:cNvSpPr/>
              <p:nvPr/>
            </p:nvSpPr>
            <p:spPr>
              <a:xfrm flipH="1">
                <a:off x="8286778" y="-1888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30" name="Google Shape;1230;p22"/>
              <p:cNvSpPr/>
              <p:nvPr/>
            </p:nvSpPr>
            <p:spPr>
              <a:xfrm flipH="1">
                <a:off x="8001047" y="-1888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31" name="Google Shape;1231;p22"/>
              <p:cNvSpPr/>
              <p:nvPr/>
            </p:nvSpPr>
            <p:spPr>
              <a:xfrm flipH="1">
                <a:off x="7715315" y="-1888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32" name="Google Shape;1232;p22"/>
              <p:cNvSpPr/>
              <p:nvPr/>
            </p:nvSpPr>
            <p:spPr>
              <a:xfrm flipH="1">
                <a:off x="7429583" y="-1888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33" name="Google Shape;1233;p22"/>
              <p:cNvSpPr/>
              <p:nvPr/>
            </p:nvSpPr>
            <p:spPr>
              <a:xfrm flipH="1">
                <a:off x="7143851" y="-1888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34" name="Google Shape;1234;p22"/>
              <p:cNvSpPr/>
              <p:nvPr/>
            </p:nvSpPr>
            <p:spPr>
              <a:xfrm rot="10800000" flipH="1">
                <a:off x="6858158" y="-1888"/>
                <a:ext cx="0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35" name="Google Shape;1235;p22"/>
              <p:cNvSpPr/>
              <p:nvPr/>
            </p:nvSpPr>
            <p:spPr>
              <a:xfrm flipH="1">
                <a:off x="6572426" y="-1888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36" name="Google Shape;1236;p22"/>
              <p:cNvSpPr/>
              <p:nvPr/>
            </p:nvSpPr>
            <p:spPr>
              <a:xfrm flipH="1">
                <a:off x="6286695" y="-1888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37" name="Google Shape;1237;p22"/>
              <p:cNvSpPr/>
              <p:nvPr/>
            </p:nvSpPr>
            <p:spPr>
              <a:xfrm flipH="1">
                <a:off x="6000963" y="-1888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38" name="Google Shape;1238;p22"/>
              <p:cNvSpPr/>
              <p:nvPr/>
            </p:nvSpPr>
            <p:spPr>
              <a:xfrm flipH="1">
                <a:off x="5715231" y="-1888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39" name="Google Shape;1239;p22"/>
              <p:cNvSpPr/>
              <p:nvPr/>
            </p:nvSpPr>
            <p:spPr>
              <a:xfrm flipH="1">
                <a:off x="5429499" y="-1888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40" name="Google Shape;1240;p22"/>
              <p:cNvSpPr/>
              <p:nvPr/>
            </p:nvSpPr>
            <p:spPr>
              <a:xfrm flipH="1">
                <a:off x="5143768" y="-1888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41" name="Google Shape;1241;p22"/>
              <p:cNvSpPr/>
              <p:nvPr/>
            </p:nvSpPr>
            <p:spPr>
              <a:xfrm flipH="1">
                <a:off x="4858036" y="-1888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42" name="Google Shape;1242;p22"/>
              <p:cNvSpPr/>
              <p:nvPr/>
            </p:nvSpPr>
            <p:spPr>
              <a:xfrm flipH="1">
                <a:off x="4572304" y="-1888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43" name="Google Shape;1243;p22"/>
              <p:cNvSpPr/>
              <p:nvPr/>
            </p:nvSpPr>
            <p:spPr>
              <a:xfrm flipH="1">
                <a:off x="4286572" y="-1888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44" name="Google Shape;1244;p22"/>
              <p:cNvSpPr/>
              <p:nvPr/>
            </p:nvSpPr>
            <p:spPr>
              <a:xfrm flipH="1">
                <a:off x="4000841" y="-1888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45" name="Google Shape;1245;p22"/>
              <p:cNvSpPr/>
              <p:nvPr/>
            </p:nvSpPr>
            <p:spPr>
              <a:xfrm flipH="1">
                <a:off x="3715109" y="-1888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46" name="Google Shape;1246;p22"/>
              <p:cNvSpPr/>
              <p:nvPr/>
            </p:nvSpPr>
            <p:spPr>
              <a:xfrm flipH="1">
                <a:off x="3429377" y="-1888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47" name="Google Shape;1247;p22"/>
              <p:cNvSpPr/>
              <p:nvPr/>
            </p:nvSpPr>
            <p:spPr>
              <a:xfrm flipH="1">
                <a:off x="-170" y="2858472"/>
                <a:ext cx="9144164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0"/>
                    </a:moveTo>
                    <a:lnTo>
                      <a:pt x="154953" y="0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48" name="Google Shape;1248;p22"/>
              <p:cNvSpPr/>
              <p:nvPr/>
            </p:nvSpPr>
            <p:spPr>
              <a:xfrm flipH="1">
                <a:off x="-170" y="2572497"/>
                <a:ext cx="9144164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1"/>
                    </a:moveTo>
                    <a:lnTo>
                      <a:pt x="154953" y="1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49" name="Google Shape;1249;p22"/>
              <p:cNvSpPr/>
              <p:nvPr/>
            </p:nvSpPr>
            <p:spPr>
              <a:xfrm flipH="1">
                <a:off x="-170" y="2286561"/>
                <a:ext cx="9144164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0"/>
                    </a:moveTo>
                    <a:lnTo>
                      <a:pt x="154953" y="0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50" name="Google Shape;1250;p22"/>
              <p:cNvSpPr/>
              <p:nvPr/>
            </p:nvSpPr>
            <p:spPr>
              <a:xfrm flipH="1">
                <a:off x="-170" y="2000585"/>
                <a:ext cx="9144164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0"/>
                    </a:moveTo>
                    <a:lnTo>
                      <a:pt x="154953" y="0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51" name="Google Shape;1251;p22"/>
              <p:cNvSpPr/>
              <p:nvPr/>
            </p:nvSpPr>
            <p:spPr>
              <a:xfrm flipH="1">
                <a:off x="-170" y="1714610"/>
                <a:ext cx="9144164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1"/>
                    </a:moveTo>
                    <a:lnTo>
                      <a:pt x="154953" y="1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52" name="Google Shape;1252;p22"/>
              <p:cNvSpPr/>
              <p:nvPr/>
            </p:nvSpPr>
            <p:spPr>
              <a:xfrm flipH="1">
                <a:off x="-170" y="1428674"/>
                <a:ext cx="9144164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0"/>
                    </a:moveTo>
                    <a:lnTo>
                      <a:pt x="154953" y="0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53" name="Google Shape;1253;p22"/>
              <p:cNvSpPr/>
              <p:nvPr/>
            </p:nvSpPr>
            <p:spPr>
              <a:xfrm flipH="1">
                <a:off x="-170" y="4287500"/>
                <a:ext cx="9144164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0"/>
                    </a:moveTo>
                    <a:lnTo>
                      <a:pt x="154953" y="0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54" name="Google Shape;1254;p22"/>
              <p:cNvSpPr/>
              <p:nvPr/>
            </p:nvSpPr>
            <p:spPr>
              <a:xfrm flipH="1">
                <a:off x="-170" y="4001524"/>
                <a:ext cx="9144164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1"/>
                    </a:moveTo>
                    <a:lnTo>
                      <a:pt x="154953" y="1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55" name="Google Shape;1255;p22"/>
              <p:cNvSpPr/>
              <p:nvPr/>
            </p:nvSpPr>
            <p:spPr>
              <a:xfrm flipH="1">
                <a:off x="-170" y="3716321"/>
                <a:ext cx="9144164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1"/>
                    </a:moveTo>
                    <a:lnTo>
                      <a:pt x="154953" y="1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56" name="Google Shape;1256;p22"/>
              <p:cNvSpPr/>
              <p:nvPr/>
            </p:nvSpPr>
            <p:spPr>
              <a:xfrm flipH="1">
                <a:off x="-170" y="3430384"/>
                <a:ext cx="9144164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0"/>
                    </a:moveTo>
                    <a:lnTo>
                      <a:pt x="154953" y="0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57" name="Google Shape;1257;p22"/>
              <p:cNvSpPr/>
              <p:nvPr/>
            </p:nvSpPr>
            <p:spPr>
              <a:xfrm flipH="1">
                <a:off x="-170" y="4859411"/>
                <a:ext cx="9144164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0"/>
                    </a:moveTo>
                    <a:lnTo>
                      <a:pt x="154953" y="0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58" name="Google Shape;1258;p22"/>
              <p:cNvSpPr/>
              <p:nvPr/>
            </p:nvSpPr>
            <p:spPr>
              <a:xfrm flipH="1">
                <a:off x="-170" y="4573436"/>
                <a:ext cx="9144164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1"/>
                    </a:moveTo>
                    <a:lnTo>
                      <a:pt x="154953" y="1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59" name="Google Shape;1259;p22"/>
              <p:cNvSpPr/>
              <p:nvPr/>
            </p:nvSpPr>
            <p:spPr>
              <a:xfrm flipH="1">
                <a:off x="-170" y="3144409"/>
                <a:ext cx="9144164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1"/>
                    </a:moveTo>
                    <a:lnTo>
                      <a:pt x="154953" y="1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60" name="Google Shape;1260;p22"/>
              <p:cNvSpPr/>
              <p:nvPr/>
            </p:nvSpPr>
            <p:spPr>
              <a:xfrm flipH="1">
                <a:off x="-170" y="1142698"/>
                <a:ext cx="9144164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1"/>
                    </a:moveTo>
                    <a:lnTo>
                      <a:pt x="154953" y="1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61" name="Google Shape;1261;p22"/>
              <p:cNvSpPr/>
              <p:nvPr/>
            </p:nvSpPr>
            <p:spPr>
              <a:xfrm flipH="1">
                <a:off x="-170" y="856762"/>
                <a:ext cx="9144164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0"/>
                    </a:moveTo>
                    <a:lnTo>
                      <a:pt x="154953" y="0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62" name="Google Shape;1262;p22"/>
              <p:cNvSpPr/>
              <p:nvPr/>
            </p:nvSpPr>
            <p:spPr>
              <a:xfrm flipH="1">
                <a:off x="-170" y="570787"/>
                <a:ext cx="9144164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1"/>
                    </a:moveTo>
                    <a:lnTo>
                      <a:pt x="154953" y="1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63" name="Google Shape;1263;p22"/>
              <p:cNvSpPr/>
              <p:nvPr/>
            </p:nvSpPr>
            <p:spPr>
              <a:xfrm flipH="1">
                <a:off x="572060" y="-1113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64" name="Google Shape;1264;p22"/>
              <p:cNvSpPr/>
              <p:nvPr/>
            </p:nvSpPr>
            <p:spPr>
              <a:xfrm flipH="1">
                <a:off x="2857914" y="-1113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65" name="Google Shape;1265;p22"/>
              <p:cNvSpPr/>
              <p:nvPr/>
            </p:nvSpPr>
            <p:spPr>
              <a:xfrm flipH="1">
                <a:off x="2572182" y="-1113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66" name="Google Shape;1266;p22"/>
              <p:cNvSpPr/>
              <p:nvPr/>
            </p:nvSpPr>
            <p:spPr>
              <a:xfrm flipH="1">
                <a:off x="2286450" y="-1113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67" name="Google Shape;1267;p22"/>
              <p:cNvSpPr/>
              <p:nvPr/>
            </p:nvSpPr>
            <p:spPr>
              <a:xfrm flipH="1">
                <a:off x="2000718" y="-1113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68" name="Google Shape;1268;p22"/>
              <p:cNvSpPr/>
              <p:nvPr/>
            </p:nvSpPr>
            <p:spPr>
              <a:xfrm flipH="1">
                <a:off x="1714987" y="-1113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69" name="Google Shape;1269;p22"/>
              <p:cNvSpPr/>
              <p:nvPr/>
            </p:nvSpPr>
            <p:spPr>
              <a:xfrm flipH="1">
                <a:off x="1429255" y="-1113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70" name="Google Shape;1270;p22"/>
              <p:cNvSpPr/>
              <p:nvPr/>
            </p:nvSpPr>
            <p:spPr>
              <a:xfrm flipH="1">
                <a:off x="1143523" y="-1113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71" name="Google Shape;1271;p22"/>
              <p:cNvSpPr/>
              <p:nvPr/>
            </p:nvSpPr>
            <p:spPr>
              <a:xfrm flipH="1">
                <a:off x="857791" y="-1113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72" name="Google Shape;1272;p22"/>
              <p:cNvSpPr/>
              <p:nvPr/>
            </p:nvSpPr>
            <p:spPr>
              <a:xfrm flipH="1">
                <a:off x="596" y="-1888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73" name="Google Shape;1273;p22"/>
              <p:cNvSpPr/>
              <p:nvPr/>
            </p:nvSpPr>
            <p:spPr>
              <a:xfrm flipH="1">
                <a:off x="286328" y="-1113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1274" name="Google Shape;1274;p22"/>
            <p:cNvGrpSpPr/>
            <p:nvPr/>
          </p:nvGrpSpPr>
          <p:grpSpPr>
            <a:xfrm>
              <a:off x="-542129" y="-27574"/>
              <a:ext cx="2950743" cy="878198"/>
              <a:chOff x="2877199" y="835343"/>
              <a:chExt cx="2950743" cy="878198"/>
            </a:xfrm>
          </p:grpSpPr>
          <p:sp>
            <p:nvSpPr>
              <p:cNvPr id="1275" name="Google Shape;1275;p22"/>
              <p:cNvSpPr/>
              <p:nvPr/>
            </p:nvSpPr>
            <p:spPr>
              <a:xfrm>
                <a:off x="2877199" y="835343"/>
                <a:ext cx="2950737" cy="878198"/>
              </a:xfrm>
              <a:custGeom>
                <a:avLst/>
                <a:gdLst/>
                <a:ahLst/>
                <a:cxnLst/>
                <a:rect l="l" t="t" r="r" b="b"/>
                <a:pathLst>
                  <a:path w="76558" h="44477" extrusionOk="0">
                    <a:moveTo>
                      <a:pt x="1" y="1"/>
                    </a:moveTo>
                    <a:lnTo>
                      <a:pt x="1" y="44476"/>
                    </a:lnTo>
                    <a:lnTo>
                      <a:pt x="76558" y="44476"/>
                    </a:lnTo>
                    <a:lnTo>
                      <a:pt x="76558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76" name="Google Shape;1276;p22"/>
              <p:cNvSpPr/>
              <p:nvPr/>
            </p:nvSpPr>
            <p:spPr>
              <a:xfrm>
                <a:off x="2877206" y="1478599"/>
                <a:ext cx="2950737" cy="147212"/>
              </a:xfrm>
              <a:custGeom>
                <a:avLst/>
                <a:gdLst/>
                <a:ahLst/>
                <a:cxnLst/>
                <a:rect l="l" t="t" r="r" b="b"/>
                <a:pathLst>
                  <a:path w="76558" h="3816" fill="none" extrusionOk="0">
                    <a:moveTo>
                      <a:pt x="76558" y="3816"/>
                    </a:moveTo>
                    <a:lnTo>
                      <a:pt x="66991" y="1"/>
                    </a:lnTo>
                    <a:lnTo>
                      <a:pt x="57423" y="3816"/>
                    </a:lnTo>
                    <a:lnTo>
                      <a:pt x="47856" y="1"/>
                    </a:lnTo>
                    <a:lnTo>
                      <a:pt x="38289" y="3816"/>
                    </a:lnTo>
                    <a:lnTo>
                      <a:pt x="28722" y="1"/>
                    </a:lnTo>
                    <a:lnTo>
                      <a:pt x="19155" y="3816"/>
                    </a:lnTo>
                    <a:lnTo>
                      <a:pt x="9588" y="1"/>
                    </a:lnTo>
                    <a:lnTo>
                      <a:pt x="1" y="3816"/>
                    </a:lnTo>
                  </a:path>
                </a:pathLst>
              </a:custGeom>
              <a:noFill/>
              <a:ln w="76200" cap="flat" cmpd="sng">
                <a:solidFill>
                  <a:srgbClr val="0B0B0B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77" name="Google Shape;1277;p22"/>
              <p:cNvSpPr/>
              <p:nvPr/>
            </p:nvSpPr>
            <p:spPr>
              <a:xfrm>
                <a:off x="2877206" y="1200301"/>
                <a:ext cx="2950737" cy="146440"/>
              </a:xfrm>
              <a:custGeom>
                <a:avLst/>
                <a:gdLst/>
                <a:ahLst/>
                <a:cxnLst/>
                <a:rect l="l" t="t" r="r" b="b"/>
                <a:pathLst>
                  <a:path w="76558" h="3796" fill="none" extrusionOk="0">
                    <a:moveTo>
                      <a:pt x="76558" y="3795"/>
                    </a:moveTo>
                    <a:lnTo>
                      <a:pt x="66991" y="0"/>
                    </a:lnTo>
                    <a:lnTo>
                      <a:pt x="57423" y="3795"/>
                    </a:lnTo>
                    <a:lnTo>
                      <a:pt x="47856" y="0"/>
                    </a:lnTo>
                    <a:lnTo>
                      <a:pt x="38289" y="3795"/>
                    </a:lnTo>
                    <a:lnTo>
                      <a:pt x="28722" y="0"/>
                    </a:lnTo>
                    <a:lnTo>
                      <a:pt x="19155" y="3795"/>
                    </a:lnTo>
                    <a:lnTo>
                      <a:pt x="9588" y="0"/>
                    </a:lnTo>
                    <a:lnTo>
                      <a:pt x="1" y="3795"/>
                    </a:lnTo>
                  </a:path>
                </a:pathLst>
              </a:custGeom>
              <a:noFill/>
              <a:ln w="76200" cap="flat" cmpd="sng">
                <a:solidFill>
                  <a:srgbClr val="0B0B0B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78" name="Google Shape;1278;p22"/>
              <p:cNvSpPr/>
              <p:nvPr/>
            </p:nvSpPr>
            <p:spPr>
              <a:xfrm>
                <a:off x="2877206" y="921964"/>
                <a:ext cx="2950737" cy="146440"/>
              </a:xfrm>
              <a:custGeom>
                <a:avLst/>
                <a:gdLst/>
                <a:ahLst/>
                <a:cxnLst/>
                <a:rect l="l" t="t" r="r" b="b"/>
                <a:pathLst>
                  <a:path w="76558" h="3796" fill="none" extrusionOk="0">
                    <a:moveTo>
                      <a:pt x="76558" y="3795"/>
                    </a:moveTo>
                    <a:lnTo>
                      <a:pt x="66991" y="0"/>
                    </a:lnTo>
                    <a:lnTo>
                      <a:pt x="57423" y="3795"/>
                    </a:lnTo>
                    <a:lnTo>
                      <a:pt x="47856" y="0"/>
                    </a:lnTo>
                    <a:lnTo>
                      <a:pt x="38289" y="3795"/>
                    </a:lnTo>
                    <a:lnTo>
                      <a:pt x="28722" y="0"/>
                    </a:lnTo>
                    <a:lnTo>
                      <a:pt x="19155" y="3795"/>
                    </a:lnTo>
                    <a:lnTo>
                      <a:pt x="9588" y="0"/>
                    </a:lnTo>
                    <a:lnTo>
                      <a:pt x="1" y="3795"/>
                    </a:lnTo>
                  </a:path>
                </a:pathLst>
              </a:custGeom>
              <a:noFill/>
              <a:ln w="76200" cap="flat" cmpd="sng">
                <a:solidFill>
                  <a:srgbClr val="0B0B0B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sp>
          <p:nvSpPr>
            <p:cNvPr id="1279" name="Google Shape;1279;p22"/>
            <p:cNvSpPr/>
            <p:nvPr/>
          </p:nvSpPr>
          <p:spPr>
            <a:xfrm flipH="1">
              <a:off x="1505075" y="0"/>
              <a:ext cx="3752700" cy="2571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80" name="Google Shape;1280;p22"/>
            <p:cNvSpPr/>
            <p:nvPr/>
          </p:nvSpPr>
          <p:spPr>
            <a:xfrm flipH="1">
              <a:off x="6667600" y="0"/>
              <a:ext cx="2476500" cy="5148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1281" name="Google Shape;1281;p22"/>
            <p:cNvGrpSpPr/>
            <p:nvPr/>
          </p:nvGrpSpPr>
          <p:grpSpPr>
            <a:xfrm>
              <a:off x="5257775" y="0"/>
              <a:ext cx="1409700" cy="5153112"/>
              <a:chOff x="5172050" y="0"/>
              <a:chExt cx="1409700" cy="5153112"/>
            </a:xfrm>
          </p:grpSpPr>
          <p:sp>
            <p:nvSpPr>
              <p:cNvPr id="1282" name="Google Shape;1282;p22"/>
              <p:cNvSpPr/>
              <p:nvPr/>
            </p:nvSpPr>
            <p:spPr>
              <a:xfrm flipH="1">
                <a:off x="5172050" y="0"/>
                <a:ext cx="1409700" cy="51480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grpSp>
            <p:nvGrpSpPr>
              <p:cNvPr id="1283" name="Google Shape;1283;p22"/>
              <p:cNvGrpSpPr/>
              <p:nvPr/>
            </p:nvGrpSpPr>
            <p:grpSpPr>
              <a:xfrm>
                <a:off x="5290996" y="36"/>
                <a:ext cx="1171808" cy="5153076"/>
                <a:chOff x="7792762" y="2921359"/>
                <a:chExt cx="1171808" cy="2223646"/>
              </a:xfrm>
            </p:grpSpPr>
            <p:sp>
              <p:nvSpPr>
                <p:cNvPr id="1284" name="Google Shape;1284;p22"/>
                <p:cNvSpPr/>
                <p:nvPr/>
              </p:nvSpPr>
              <p:spPr>
                <a:xfrm>
                  <a:off x="7792762" y="2921359"/>
                  <a:ext cx="67102" cy="22236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1" h="57641" extrusionOk="0">
                      <a:moveTo>
                        <a:pt x="1" y="1"/>
                      </a:moveTo>
                      <a:lnTo>
                        <a:pt x="1" y="57641"/>
                      </a:lnTo>
                      <a:lnTo>
                        <a:pt x="1740" y="57641"/>
                      </a:lnTo>
                      <a:lnTo>
                        <a:pt x="1740" y="1"/>
                      </a:lnTo>
                      <a:close/>
                    </a:path>
                  </a:pathLst>
                </a:custGeom>
                <a:solidFill>
                  <a:srgbClr val="0B0B0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285" name="Google Shape;1285;p22"/>
                <p:cNvSpPr/>
                <p:nvPr/>
              </p:nvSpPr>
              <p:spPr>
                <a:xfrm>
                  <a:off x="7976378" y="2921359"/>
                  <a:ext cx="67835" cy="22236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60" h="57641" extrusionOk="0">
                      <a:moveTo>
                        <a:pt x="0" y="1"/>
                      </a:moveTo>
                      <a:lnTo>
                        <a:pt x="0" y="57641"/>
                      </a:lnTo>
                      <a:lnTo>
                        <a:pt x="1760" y="57641"/>
                      </a:lnTo>
                      <a:lnTo>
                        <a:pt x="1760" y="1"/>
                      </a:lnTo>
                      <a:close/>
                    </a:path>
                  </a:pathLst>
                </a:custGeom>
                <a:solidFill>
                  <a:srgbClr val="0B0B0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286" name="Google Shape;1286;p22"/>
                <p:cNvSpPr/>
                <p:nvPr/>
              </p:nvSpPr>
              <p:spPr>
                <a:xfrm>
                  <a:off x="8160766" y="2921359"/>
                  <a:ext cx="67064" cy="22236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0" h="57641" extrusionOk="0">
                      <a:moveTo>
                        <a:pt x="0" y="1"/>
                      </a:moveTo>
                      <a:lnTo>
                        <a:pt x="0" y="57641"/>
                      </a:lnTo>
                      <a:lnTo>
                        <a:pt x="1739" y="57641"/>
                      </a:lnTo>
                      <a:lnTo>
                        <a:pt x="1739" y="1"/>
                      </a:lnTo>
                      <a:close/>
                    </a:path>
                  </a:pathLst>
                </a:custGeom>
                <a:solidFill>
                  <a:srgbClr val="0B0B0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287" name="Google Shape;1287;p22"/>
                <p:cNvSpPr/>
                <p:nvPr/>
              </p:nvSpPr>
              <p:spPr>
                <a:xfrm>
                  <a:off x="8345115" y="2921359"/>
                  <a:ext cx="67102" cy="22236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1" h="57641" extrusionOk="0">
                      <a:moveTo>
                        <a:pt x="1" y="1"/>
                      </a:moveTo>
                      <a:lnTo>
                        <a:pt x="1" y="57641"/>
                      </a:lnTo>
                      <a:lnTo>
                        <a:pt x="1740" y="57641"/>
                      </a:lnTo>
                      <a:lnTo>
                        <a:pt x="1740" y="1"/>
                      </a:lnTo>
                      <a:close/>
                    </a:path>
                  </a:pathLst>
                </a:custGeom>
                <a:solidFill>
                  <a:srgbClr val="0B0B0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288" name="Google Shape;1288;p22"/>
                <p:cNvSpPr/>
                <p:nvPr/>
              </p:nvSpPr>
              <p:spPr>
                <a:xfrm>
                  <a:off x="8528731" y="2921359"/>
                  <a:ext cx="67835" cy="22236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60" h="57641" extrusionOk="0">
                      <a:moveTo>
                        <a:pt x="0" y="1"/>
                      </a:moveTo>
                      <a:lnTo>
                        <a:pt x="0" y="57641"/>
                      </a:lnTo>
                      <a:lnTo>
                        <a:pt x="1760" y="57641"/>
                      </a:lnTo>
                      <a:lnTo>
                        <a:pt x="1760" y="1"/>
                      </a:lnTo>
                      <a:close/>
                    </a:path>
                  </a:pathLst>
                </a:custGeom>
                <a:solidFill>
                  <a:srgbClr val="0B0B0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289" name="Google Shape;1289;p22"/>
                <p:cNvSpPr/>
                <p:nvPr/>
              </p:nvSpPr>
              <p:spPr>
                <a:xfrm>
                  <a:off x="8713080" y="2921359"/>
                  <a:ext cx="67102" cy="22236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1" h="57641" extrusionOk="0">
                      <a:moveTo>
                        <a:pt x="1" y="1"/>
                      </a:moveTo>
                      <a:lnTo>
                        <a:pt x="1" y="57641"/>
                      </a:lnTo>
                      <a:lnTo>
                        <a:pt x="1740" y="57641"/>
                      </a:lnTo>
                      <a:lnTo>
                        <a:pt x="1740" y="1"/>
                      </a:lnTo>
                      <a:close/>
                    </a:path>
                  </a:pathLst>
                </a:custGeom>
                <a:solidFill>
                  <a:srgbClr val="0B0B0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290" name="Google Shape;1290;p22"/>
                <p:cNvSpPr/>
                <p:nvPr/>
              </p:nvSpPr>
              <p:spPr>
                <a:xfrm>
                  <a:off x="8896696" y="2921359"/>
                  <a:ext cx="67873" cy="22236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61" h="57641" extrusionOk="0">
                      <a:moveTo>
                        <a:pt x="1" y="1"/>
                      </a:moveTo>
                      <a:lnTo>
                        <a:pt x="1" y="57641"/>
                      </a:lnTo>
                      <a:lnTo>
                        <a:pt x="1760" y="57641"/>
                      </a:lnTo>
                      <a:lnTo>
                        <a:pt x="1760" y="1"/>
                      </a:lnTo>
                      <a:close/>
                    </a:path>
                  </a:pathLst>
                </a:custGeom>
                <a:solidFill>
                  <a:srgbClr val="0B0B0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</p:grpSp>
        </p:grpSp>
      </p:grpSp>
      <p:sp>
        <p:nvSpPr>
          <p:cNvPr id="1291" name="Google Shape;1291;p22"/>
          <p:cNvSpPr/>
          <p:nvPr/>
        </p:nvSpPr>
        <p:spPr>
          <a:xfrm>
            <a:off x="1061551" y="1993517"/>
            <a:ext cx="3242400" cy="3075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92" name="Google Shape;1292;p22"/>
          <p:cNvSpPr/>
          <p:nvPr/>
        </p:nvSpPr>
        <p:spPr>
          <a:xfrm>
            <a:off x="4576400" y="1993517"/>
            <a:ext cx="3242400" cy="3075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93" name="Google Shape;1293;p22"/>
          <p:cNvSpPr/>
          <p:nvPr/>
        </p:nvSpPr>
        <p:spPr>
          <a:xfrm>
            <a:off x="8091249" y="1993517"/>
            <a:ext cx="3242400" cy="3075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94" name="Google Shape;1294;p22"/>
          <p:cNvSpPr/>
          <p:nvPr/>
        </p:nvSpPr>
        <p:spPr>
          <a:xfrm>
            <a:off x="959933" y="1891400"/>
            <a:ext cx="3242400" cy="3075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95" name="Google Shape;1295;p22"/>
          <p:cNvSpPr/>
          <p:nvPr/>
        </p:nvSpPr>
        <p:spPr>
          <a:xfrm>
            <a:off x="4474849" y="1891400"/>
            <a:ext cx="3242400" cy="3075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96" name="Google Shape;1296;p22"/>
          <p:cNvSpPr/>
          <p:nvPr/>
        </p:nvSpPr>
        <p:spPr>
          <a:xfrm>
            <a:off x="7989700" y="1891400"/>
            <a:ext cx="3242400" cy="3075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97" name="Google Shape;1297;p22"/>
          <p:cNvSpPr txBox="1">
            <a:spLocks noGrp="1"/>
          </p:cNvSpPr>
          <p:nvPr>
            <p:ph type="title" hasCustomPrompt="1"/>
          </p:nvPr>
        </p:nvSpPr>
        <p:spPr>
          <a:xfrm>
            <a:off x="1138333" y="2458600"/>
            <a:ext cx="2885600" cy="134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1pPr>
            <a:lvl2pPr lvl="1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1298" name="Google Shape;1298;p22"/>
          <p:cNvSpPr txBox="1">
            <a:spLocks noGrp="1"/>
          </p:cNvSpPr>
          <p:nvPr>
            <p:ph type="subTitle" idx="1"/>
          </p:nvPr>
        </p:nvSpPr>
        <p:spPr>
          <a:xfrm>
            <a:off x="1138333" y="3690533"/>
            <a:ext cx="2885600" cy="103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2133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2133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2133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2133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2133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2133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2133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2133"/>
              </a:spcBef>
              <a:spcAft>
                <a:spcPts val="2133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99" name="Google Shape;1299;p22"/>
          <p:cNvSpPr txBox="1">
            <a:spLocks noGrp="1"/>
          </p:cNvSpPr>
          <p:nvPr>
            <p:ph type="title" idx="2" hasCustomPrompt="1"/>
          </p:nvPr>
        </p:nvSpPr>
        <p:spPr>
          <a:xfrm>
            <a:off x="4651249" y="2458600"/>
            <a:ext cx="2889600" cy="134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1pPr>
            <a:lvl2pPr lvl="1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1300" name="Google Shape;1300;p22"/>
          <p:cNvSpPr txBox="1">
            <a:spLocks noGrp="1"/>
          </p:cNvSpPr>
          <p:nvPr>
            <p:ph type="subTitle" idx="3"/>
          </p:nvPr>
        </p:nvSpPr>
        <p:spPr>
          <a:xfrm>
            <a:off x="4651249" y="3690533"/>
            <a:ext cx="2889600" cy="103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 rtl="0">
              <a:spcBef>
                <a:spcPts val="2133"/>
              </a:spcBef>
              <a:spcAft>
                <a:spcPts val="0"/>
              </a:spcAft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01" name="Google Shape;1301;p22"/>
          <p:cNvSpPr txBox="1">
            <a:spLocks noGrp="1"/>
          </p:cNvSpPr>
          <p:nvPr>
            <p:ph type="title" idx="4" hasCustomPrompt="1"/>
          </p:nvPr>
        </p:nvSpPr>
        <p:spPr>
          <a:xfrm>
            <a:off x="8166100" y="2458600"/>
            <a:ext cx="2889600" cy="134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1pPr>
            <a:lvl2pPr lvl="1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1302" name="Google Shape;1302;p22"/>
          <p:cNvSpPr txBox="1">
            <a:spLocks noGrp="1"/>
          </p:cNvSpPr>
          <p:nvPr>
            <p:ph type="subTitle" idx="5"/>
          </p:nvPr>
        </p:nvSpPr>
        <p:spPr>
          <a:xfrm>
            <a:off x="8166100" y="3690533"/>
            <a:ext cx="2889600" cy="103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 rtl="0">
              <a:spcBef>
                <a:spcPts val="2133"/>
              </a:spcBef>
              <a:spcAft>
                <a:spcPts val="0"/>
              </a:spcAft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165431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3">
  <p:cSld name="Section Header 3">
    <p:spTree>
      <p:nvGrpSpPr>
        <p:cNvPr id="1" name="Shape 1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7" name="Google Shape;1367;p24"/>
          <p:cNvGrpSpPr/>
          <p:nvPr/>
        </p:nvGrpSpPr>
        <p:grpSpPr>
          <a:xfrm flipH="1">
            <a:off x="0" y="-3035"/>
            <a:ext cx="7965091" cy="6863040"/>
            <a:chOff x="5751" y="-2276"/>
            <a:chExt cx="5973818" cy="5147280"/>
          </a:xfrm>
        </p:grpSpPr>
        <p:sp>
          <p:nvSpPr>
            <p:cNvPr id="1368" name="Google Shape;1368;p24"/>
            <p:cNvSpPr/>
            <p:nvPr/>
          </p:nvSpPr>
          <p:spPr>
            <a:xfrm>
              <a:off x="5979530" y="-2276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69" name="Google Shape;1369;p24"/>
            <p:cNvSpPr/>
            <p:nvPr/>
          </p:nvSpPr>
          <p:spPr>
            <a:xfrm>
              <a:off x="5751" y="284471"/>
              <a:ext cx="5972276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0" name="Google Shape;1370;p24"/>
            <p:cNvSpPr/>
            <p:nvPr/>
          </p:nvSpPr>
          <p:spPr>
            <a:xfrm>
              <a:off x="5751" y="-2276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1" name="Google Shape;1371;p24"/>
            <p:cNvSpPr/>
            <p:nvPr/>
          </p:nvSpPr>
          <p:spPr>
            <a:xfrm>
              <a:off x="289925" y="-2276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2" name="Google Shape;1372;p24"/>
            <p:cNvSpPr/>
            <p:nvPr/>
          </p:nvSpPr>
          <p:spPr>
            <a:xfrm>
              <a:off x="574869" y="-2276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3" name="Google Shape;1373;p24"/>
            <p:cNvSpPr/>
            <p:nvPr/>
          </p:nvSpPr>
          <p:spPr>
            <a:xfrm>
              <a:off x="859043" y="-2276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4" name="Google Shape;1374;p24"/>
            <p:cNvSpPr/>
            <p:nvPr/>
          </p:nvSpPr>
          <p:spPr>
            <a:xfrm>
              <a:off x="1143988" y="-2276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5" name="Google Shape;1375;p24"/>
            <p:cNvSpPr/>
            <p:nvPr/>
          </p:nvSpPr>
          <p:spPr>
            <a:xfrm>
              <a:off x="1428162" y="-2276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6" name="Google Shape;1376;p24"/>
            <p:cNvSpPr/>
            <p:nvPr/>
          </p:nvSpPr>
          <p:spPr>
            <a:xfrm>
              <a:off x="1712336" y="-2276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7" name="Google Shape;1377;p24"/>
            <p:cNvSpPr/>
            <p:nvPr/>
          </p:nvSpPr>
          <p:spPr>
            <a:xfrm>
              <a:off x="1997242" y="-2276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8" name="Google Shape;1378;p24"/>
            <p:cNvSpPr/>
            <p:nvPr/>
          </p:nvSpPr>
          <p:spPr>
            <a:xfrm>
              <a:off x="2281454" y="-2276"/>
              <a:ext cx="0" cy="5147280"/>
            </a:xfrm>
            <a:custGeom>
              <a:avLst/>
              <a:gdLst/>
              <a:ahLst/>
              <a:cxnLst/>
              <a:rect l="l" t="t" r="r" b="b"/>
              <a:pathLst>
                <a:path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9" name="Google Shape;1379;p24"/>
            <p:cNvSpPr/>
            <p:nvPr/>
          </p:nvSpPr>
          <p:spPr>
            <a:xfrm>
              <a:off x="2566360" y="-2276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0" name="Google Shape;1380;p24"/>
            <p:cNvSpPr/>
            <p:nvPr/>
          </p:nvSpPr>
          <p:spPr>
            <a:xfrm>
              <a:off x="2850534" y="-2276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1" name="Google Shape;1381;p24"/>
            <p:cNvSpPr/>
            <p:nvPr/>
          </p:nvSpPr>
          <p:spPr>
            <a:xfrm>
              <a:off x="3134708" y="-2276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2" name="Google Shape;1382;p24"/>
            <p:cNvSpPr/>
            <p:nvPr/>
          </p:nvSpPr>
          <p:spPr>
            <a:xfrm>
              <a:off x="3419653" y="-2276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3" name="Google Shape;1383;p24"/>
            <p:cNvSpPr/>
            <p:nvPr/>
          </p:nvSpPr>
          <p:spPr>
            <a:xfrm>
              <a:off x="3703827" y="-2276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4" name="Google Shape;1384;p24"/>
            <p:cNvSpPr/>
            <p:nvPr/>
          </p:nvSpPr>
          <p:spPr>
            <a:xfrm>
              <a:off x="3988001" y="-2276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5" name="Google Shape;1385;p24"/>
            <p:cNvSpPr/>
            <p:nvPr/>
          </p:nvSpPr>
          <p:spPr>
            <a:xfrm>
              <a:off x="4272945" y="-2276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6" name="Google Shape;1386;p24"/>
            <p:cNvSpPr/>
            <p:nvPr/>
          </p:nvSpPr>
          <p:spPr>
            <a:xfrm>
              <a:off x="4557119" y="-2276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7" name="Google Shape;1387;p24"/>
            <p:cNvSpPr/>
            <p:nvPr/>
          </p:nvSpPr>
          <p:spPr>
            <a:xfrm>
              <a:off x="4842064" y="-2276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8" name="Google Shape;1388;p24"/>
            <p:cNvSpPr/>
            <p:nvPr/>
          </p:nvSpPr>
          <p:spPr>
            <a:xfrm>
              <a:off x="5126238" y="-2276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9" name="Google Shape;1389;p24"/>
            <p:cNvSpPr/>
            <p:nvPr/>
          </p:nvSpPr>
          <p:spPr>
            <a:xfrm>
              <a:off x="5410411" y="-2276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90" name="Google Shape;1390;p24"/>
            <p:cNvSpPr/>
            <p:nvPr/>
          </p:nvSpPr>
          <p:spPr>
            <a:xfrm>
              <a:off x="5695356" y="-2276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91" name="Google Shape;1391;p24"/>
            <p:cNvSpPr/>
            <p:nvPr/>
          </p:nvSpPr>
          <p:spPr>
            <a:xfrm>
              <a:off x="5751" y="2858091"/>
              <a:ext cx="5972276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92" name="Google Shape;1392;p24"/>
            <p:cNvSpPr/>
            <p:nvPr/>
          </p:nvSpPr>
          <p:spPr>
            <a:xfrm>
              <a:off x="5751" y="2572116"/>
              <a:ext cx="5972276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1"/>
                  </a:moveTo>
                  <a:lnTo>
                    <a:pt x="154953" y="1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93" name="Google Shape;1393;p24"/>
            <p:cNvSpPr/>
            <p:nvPr/>
          </p:nvSpPr>
          <p:spPr>
            <a:xfrm>
              <a:off x="5751" y="2286180"/>
              <a:ext cx="5972276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94" name="Google Shape;1394;p24"/>
            <p:cNvSpPr/>
            <p:nvPr/>
          </p:nvSpPr>
          <p:spPr>
            <a:xfrm>
              <a:off x="5751" y="2000205"/>
              <a:ext cx="5972276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95" name="Google Shape;1395;p24"/>
            <p:cNvSpPr/>
            <p:nvPr/>
          </p:nvSpPr>
          <p:spPr>
            <a:xfrm>
              <a:off x="5751" y="1714230"/>
              <a:ext cx="5972276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1"/>
                  </a:moveTo>
                  <a:lnTo>
                    <a:pt x="154953" y="1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96" name="Google Shape;1396;p24"/>
            <p:cNvSpPr/>
            <p:nvPr/>
          </p:nvSpPr>
          <p:spPr>
            <a:xfrm>
              <a:off x="5751" y="1428294"/>
              <a:ext cx="5972276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97" name="Google Shape;1397;p24"/>
            <p:cNvSpPr/>
            <p:nvPr/>
          </p:nvSpPr>
          <p:spPr>
            <a:xfrm>
              <a:off x="5751" y="4287118"/>
              <a:ext cx="5972276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98" name="Google Shape;1398;p24"/>
            <p:cNvSpPr/>
            <p:nvPr/>
          </p:nvSpPr>
          <p:spPr>
            <a:xfrm>
              <a:off x="5751" y="4001143"/>
              <a:ext cx="5972276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1"/>
                  </a:moveTo>
                  <a:lnTo>
                    <a:pt x="154953" y="1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99" name="Google Shape;1399;p24"/>
            <p:cNvSpPr/>
            <p:nvPr/>
          </p:nvSpPr>
          <p:spPr>
            <a:xfrm>
              <a:off x="5751" y="3715939"/>
              <a:ext cx="5972276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1"/>
                  </a:moveTo>
                  <a:lnTo>
                    <a:pt x="154953" y="1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00" name="Google Shape;1400;p24"/>
            <p:cNvSpPr/>
            <p:nvPr/>
          </p:nvSpPr>
          <p:spPr>
            <a:xfrm>
              <a:off x="5751" y="3430003"/>
              <a:ext cx="5972276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01" name="Google Shape;1401;p24"/>
            <p:cNvSpPr/>
            <p:nvPr/>
          </p:nvSpPr>
          <p:spPr>
            <a:xfrm>
              <a:off x="5751" y="4859029"/>
              <a:ext cx="5972276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02" name="Google Shape;1402;p24"/>
            <p:cNvSpPr/>
            <p:nvPr/>
          </p:nvSpPr>
          <p:spPr>
            <a:xfrm>
              <a:off x="5751" y="4573054"/>
              <a:ext cx="5972276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1"/>
                  </a:moveTo>
                  <a:lnTo>
                    <a:pt x="154953" y="1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03" name="Google Shape;1403;p24"/>
            <p:cNvSpPr/>
            <p:nvPr/>
          </p:nvSpPr>
          <p:spPr>
            <a:xfrm>
              <a:off x="5751" y="3144028"/>
              <a:ext cx="5972276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1"/>
                  </a:moveTo>
                  <a:lnTo>
                    <a:pt x="154953" y="1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04" name="Google Shape;1404;p24"/>
            <p:cNvSpPr/>
            <p:nvPr/>
          </p:nvSpPr>
          <p:spPr>
            <a:xfrm>
              <a:off x="5751" y="1142319"/>
              <a:ext cx="5972276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1"/>
                  </a:moveTo>
                  <a:lnTo>
                    <a:pt x="154953" y="1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05" name="Google Shape;1405;p24"/>
            <p:cNvSpPr/>
            <p:nvPr/>
          </p:nvSpPr>
          <p:spPr>
            <a:xfrm>
              <a:off x="5751" y="856382"/>
              <a:ext cx="5972276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06" name="Google Shape;1406;p24"/>
            <p:cNvSpPr/>
            <p:nvPr/>
          </p:nvSpPr>
          <p:spPr>
            <a:xfrm>
              <a:off x="5751" y="570407"/>
              <a:ext cx="5972276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1"/>
                  </a:moveTo>
                  <a:lnTo>
                    <a:pt x="154953" y="1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407" name="Google Shape;1407;p24"/>
          <p:cNvSpPr/>
          <p:nvPr/>
        </p:nvSpPr>
        <p:spPr>
          <a:xfrm flipH="1">
            <a:off x="7965233" y="-3033"/>
            <a:ext cx="42276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08" name="Google Shape;1408;p24"/>
          <p:cNvSpPr/>
          <p:nvPr/>
        </p:nvSpPr>
        <p:spPr>
          <a:xfrm flipH="1">
            <a:off x="1049" y="3429000"/>
            <a:ext cx="1218800" cy="3429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409" name="Google Shape;1409;p24"/>
          <p:cNvGrpSpPr/>
          <p:nvPr/>
        </p:nvGrpSpPr>
        <p:grpSpPr>
          <a:xfrm>
            <a:off x="2273200" y="2338500"/>
            <a:ext cx="7747200" cy="3375317"/>
            <a:chOff x="1704900" y="1344300"/>
            <a:chExt cx="5810400" cy="2531488"/>
          </a:xfrm>
        </p:grpSpPr>
        <p:sp>
          <p:nvSpPr>
            <p:cNvPr id="1410" name="Google Shape;1410;p24"/>
            <p:cNvSpPr/>
            <p:nvPr/>
          </p:nvSpPr>
          <p:spPr>
            <a:xfrm flipH="1">
              <a:off x="1781100" y="1420888"/>
              <a:ext cx="5734200" cy="2454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11" name="Google Shape;1411;p24"/>
            <p:cNvSpPr/>
            <p:nvPr/>
          </p:nvSpPr>
          <p:spPr>
            <a:xfrm flipH="1">
              <a:off x="1704900" y="1344300"/>
              <a:ext cx="5734200" cy="24549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412" name="Google Shape;1412;p24"/>
          <p:cNvGrpSpPr/>
          <p:nvPr/>
        </p:nvGrpSpPr>
        <p:grpSpPr>
          <a:xfrm>
            <a:off x="8416081" y="1266105"/>
            <a:ext cx="2815915" cy="2558665"/>
            <a:chOff x="6873947" y="199639"/>
            <a:chExt cx="2111936" cy="1918999"/>
          </a:xfrm>
        </p:grpSpPr>
        <p:sp>
          <p:nvSpPr>
            <p:cNvPr id="1413" name="Google Shape;1413;p24"/>
            <p:cNvSpPr/>
            <p:nvPr/>
          </p:nvSpPr>
          <p:spPr>
            <a:xfrm>
              <a:off x="6934922" y="248439"/>
              <a:ext cx="2050962" cy="1870199"/>
            </a:xfrm>
            <a:custGeom>
              <a:avLst/>
              <a:gdLst/>
              <a:ahLst/>
              <a:cxnLst/>
              <a:rect l="l" t="t" r="r" b="b"/>
              <a:pathLst>
                <a:path w="53213" h="48479" extrusionOk="0">
                  <a:moveTo>
                    <a:pt x="26616" y="0"/>
                  </a:moveTo>
                  <a:cubicBezTo>
                    <a:pt x="20409" y="0"/>
                    <a:pt x="14203" y="2367"/>
                    <a:pt x="9468" y="7101"/>
                  </a:cubicBezTo>
                  <a:cubicBezTo>
                    <a:pt x="0" y="16570"/>
                    <a:pt x="0" y="31929"/>
                    <a:pt x="9468" y="41377"/>
                  </a:cubicBezTo>
                  <a:cubicBezTo>
                    <a:pt x="14203" y="46111"/>
                    <a:pt x="20409" y="48478"/>
                    <a:pt x="26616" y="48478"/>
                  </a:cubicBezTo>
                  <a:cubicBezTo>
                    <a:pt x="32823" y="48478"/>
                    <a:pt x="39030" y="46111"/>
                    <a:pt x="43764" y="41377"/>
                  </a:cubicBezTo>
                  <a:cubicBezTo>
                    <a:pt x="53213" y="31929"/>
                    <a:pt x="53213" y="16570"/>
                    <a:pt x="43764" y="7101"/>
                  </a:cubicBezTo>
                  <a:cubicBezTo>
                    <a:pt x="39030" y="2367"/>
                    <a:pt x="32823" y="0"/>
                    <a:pt x="26616" y="0"/>
                  </a:cubicBezTo>
                  <a:close/>
                </a:path>
              </a:pathLst>
            </a:custGeom>
            <a:solidFill>
              <a:srgbClr val="0B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14" name="Google Shape;1414;p24"/>
            <p:cNvSpPr/>
            <p:nvPr/>
          </p:nvSpPr>
          <p:spPr>
            <a:xfrm>
              <a:off x="6873947" y="199639"/>
              <a:ext cx="2051001" cy="1870199"/>
            </a:xfrm>
            <a:custGeom>
              <a:avLst/>
              <a:gdLst/>
              <a:ahLst/>
              <a:cxnLst/>
              <a:rect l="l" t="t" r="r" b="b"/>
              <a:pathLst>
                <a:path w="53214" h="48479" extrusionOk="0">
                  <a:moveTo>
                    <a:pt x="26614" y="0"/>
                  </a:moveTo>
                  <a:cubicBezTo>
                    <a:pt x="20410" y="0"/>
                    <a:pt x="14203" y="2367"/>
                    <a:pt x="9469" y="7101"/>
                  </a:cubicBezTo>
                  <a:cubicBezTo>
                    <a:pt x="1" y="16570"/>
                    <a:pt x="1" y="31928"/>
                    <a:pt x="9469" y="41377"/>
                  </a:cubicBezTo>
                  <a:cubicBezTo>
                    <a:pt x="14203" y="46111"/>
                    <a:pt x="20410" y="48478"/>
                    <a:pt x="26614" y="48478"/>
                  </a:cubicBezTo>
                  <a:cubicBezTo>
                    <a:pt x="32819" y="48478"/>
                    <a:pt x="39021" y="46111"/>
                    <a:pt x="43745" y="41377"/>
                  </a:cubicBezTo>
                  <a:cubicBezTo>
                    <a:pt x="53213" y="31928"/>
                    <a:pt x="53213" y="16570"/>
                    <a:pt x="43745" y="7101"/>
                  </a:cubicBezTo>
                  <a:cubicBezTo>
                    <a:pt x="39021" y="2367"/>
                    <a:pt x="32819" y="0"/>
                    <a:pt x="26614" y="0"/>
                  </a:cubicBezTo>
                  <a:close/>
                </a:path>
              </a:pathLst>
            </a:custGeom>
            <a:solidFill>
              <a:schemeClr val="lt1"/>
            </a:solidFill>
            <a:ln w="9400" cap="flat" cmpd="sng">
              <a:solidFill>
                <a:srgbClr val="0B0B0B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415" name="Google Shape;1415;p24"/>
          <p:cNvSpPr txBox="1">
            <a:spLocks noGrp="1"/>
          </p:cNvSpPr>
          <p:nvPr>
            <p:ph type="title" hasCustomPrompt="1"/>
          </p:nvPr>
        </p:nvSpPr>
        <p:spPr>
          <a:xfrm>
            <a:off x="8551600" y="1809733"/>
            <a:ext cx="2476400" cy="12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1416" name="Google Shape;1416;p24"/>
          <p:cNvSpPr txBox="1">
            <a:spLocks noGrp="1"/>
          </p:cNvSpPr>
          <p:nvPr>
            <p:ph type="subTitle" idx="1"/>
          </p:nvPr>
        </p:nvSpPr>
        <p:spPr>
          <a:xfrm>
            <a:off x="4293600" y="4267300"/>
            <a:ext cx="36048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1pPr>
            <a:lvl2pPr lvl="1" rtl="0">
              <a:spcBef>
                <a:spcPts val="2133"/>
              </a:spcBef>
              <a:spcAft>
                <a:spcPts val="0"/>
              </a:spcAft>
              <a:buNone/>
              <a:defRPr sz="2133"/>
            </a:lvl2pPr>
            <a:lvl3pPr lvl="2" rtl="0">
              <a:spcBef>
                <a:spcPts val="2133"/>
              </a:spcBef>
              <a:spcAft>
                <a:spcPts val="0"/>
              </a:spcAft>
              <a:buNone/>
              <a:defRPr sz="2133"/>
            </a:lvl3pPr>
            <a:lvl4pPr lvl="3" rtl="0">
              <a:spcBef>
                <a:spcPts val="2133"/>
              </a:spcBef>
              <a:spcAft>
                <a:spcPts val="0"/>
              </a:spcAft>
              <a:buNone/>
              <a:defRPr sz="2133"/>
            </a:lvl4pPr>
            <a:lvl5pPr lvl="4" rtl="0">
              <a:spcBef>
                <a:spcPts val="2133"/>
              </a:spcBef>
              <a:spcAft>
                <a:spcPts val="0"/>
              </a:spcAft>
              <a:buNone/>
              <a:defRPr sz="2133"/>
            </a:lvl5pPr>
            <a:lvl6pPr lvl="5" rtl="0">
              <a:spcBef>
                <a:spcPts val="2133"/>
              </a:spcBef>
              <a:spcAft>
                <a:spcPts val="0"/>
              </a:spcAft>
              <a:buNone/>
              <a:defRPr sz="2133"/>
            </a:lvl6pPr>
            <a:lvl7pPr lvl="6" rtl="0">
              <a:spcBef>
                <a:spcPts val="2133"/>
              </a:spcBef>
              <a:spcAft>
                <a:spcPts val="0"/>
              </a:spcAft>
              <a:buNone/>
              <a:defRPr sz="2133"/>
            </a:lvl7pPr>
            <a:lvl8pPr lvl="7" rtl="0">
              <a:spcBef>
                <a:spcPts val="2133"/>
              </a:spcBef>
              <a:spcAft>
                <a:spcPts val="0"/>
              </a:spcAft>
              <a:buNone/>
              <a:defRPr sz="2133"/>
            </a:lvl8pPr>
            <a:lvl9pPr lvl="8" rtl="0">
              <a:spcBef>
                <a:spcPts val="2133"/>
              </a:spcBef>
              <a:spcAft>
                <a:spcPts val="2133"/>
              </a:spcAft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1417" name="Google Shape;1417;p24"/>
          <p:cNvGrpSpPr/>
          <p:nvPr/>
        </p:nvGrpSpPr>
        <p:grpSpPr>
          <a:xfrm>
            <a:off x="-204" y="-51"/>
            <a:ext cx="8674293" cy="1317652"/>
            <a:chOff x="-153" y="-39"/>
            <a:chExt cx="6505720" cy="988239"/>
          </a:xfrm>
        </p:grpSpPr>
        <p:sp>
          <p:nvSpPr>
            <p:cNvPr id="1418" name="Google Shape;1418;p24"/>
            <p:cNvSpPr/>
            <p:nvPr/>
          </p:nvSpPr>
          <p:spPr>
            <a:xfrm>
              <a:off x="775" y="0"/>
              <a:ext cx="5973900" cy="988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1419" name="Google Shape;1419;p24"/>
            <p:cNvGrpSpPr/>
            <p:nvPr/>
          </p:nvGrpSpPr>
          <p:grpSpPr>
            <a:xfrm rot="5400000" flipH="1">
              <a:off x="2758611" y="-2758803"/>
              <a:ext cx="988191" cy="6505720"/>
              <a:chOff x="7976378" y="2921359"/>
              <a:chExt cx="988191" cy="2223646"/>
            </a:xfrm>
          </p:grpSpPr>
          <p:sp>
            <p:nvSpPr>
              <p:cNvPr id="1420" name="Google Shape;1420;p24"/>
              <p:cNvSpPr/>
              <p:nvPr/>
            </p:nvSpPr>
            <p:spPr>
              <a:xfrm>
                <a:off x="7976378" y="2921359"/>
                <a:ext cx="67835" cy="2223646"/>
              </a:xfrm>
              <a:custGeom>
                <a:avLst/>
                <a:gdLst/>
                <a:ahLst/>
                <a:cxnLst/>
                <a:rect l="l" t="t" r="r" b="b"/>
                <a:pathLst>
                  <a:path w="1760" h="57641" extrusionOk="0">
                    <a:moveTo>
                      <a:pt x="0" y="1"/>
                    </a:moveTo>
                    <a:lnTo>
                      <a:pt x="0" y="57641"/>
                    </a:lnTo>
                    <a:lnTo>
                      <a:pt x="1760" y="57641"/>
                    </a:lnTo>
                    <a:lnTo>
                      <a:pt x="1760" y="1"/>
                    </a:lnTo>
                    <a:close/>
                  </a:path>
                </a:pathLst>
              </a:custGeom>
              <a:solidFill>
                <a:srgbClr val="0B0B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21" name="Google Shape;1421;p24"/>
              <p:cNvSpPr/>
              <p:nvPr/>
            </p:nvSpPr>
            <p:spPr>
              <a:xfrm>
                <a:off x="8160766" y="2921359"/>
                <a:ext cx="67064" cy="2223646"/>
              </a:xfrm>
              <a:custGeom>
                <a:avLst/>
                <a:gdLst/>
                <a:ahLst/>
                <a:cxnLst/>
                <a:rect l="l" t="t" r="r" b="b"/>
                <a:pathLst>
                  <a:path w="1740" h="57641" extrusionOk="0">
                    <a:moveTo>
                      <a:pt x="0" y="1"/>
                    </a:moveTo>
                    <a:lnTo>
                      <a:pt x="0" y="57641"/>
                    </a:lnTo>
                    <a:lnTo>
                      <a:pt x="1739" y="57641"/>
                    </a:lnTo>
                    <a:lnTo>
                      <a:pt x="1739" y="1"/>
                    </a:lnTo>
                    <a:close/>
                  </a:path>
                </a:pathLst>
              </a:custGeom>
              <a:solidFill>
                <a:srgbClr val="0B0B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22" name="Google Shape;1422;p24"/>
              <p:cNvSpPr/>
              <p:nvPr/>
            </p:nvSpPr>
            <p:spPr>
              <a:xfrm>
                <a:off x="8345115" y="2921359"/>
                <a:ext cx="67102" cy="2223646"/>
              </a:xfrm>
              <a:custGeom>
                <a:avLst/>
                <a:gdLst/>
                <a:ahLst/>
                <a:cxnLst/>
                <a:rect l="l" t="t" r="r" b="b"/>
                <a:pathLst>
                  <a:path w="1741" h="57641" extrusionOk="0">
                    <a:moveTo>
                      <a:pt x="1" y="1"/>
                    </a:moveTo>
                    <a:lnTo>
                      <a:pt x="1" y="57641"/>
                    </a:lnTo>
                    <a:lnTo>
                      <a:pt x="1740" y="57641"/>
                    </a:lnTo>
                    <a:lnTo>
                      <a:pt x="1740" y="1"/>
                    </a:lnTo>
                    <a:close/>
                  </a:path>
                </a:pathLst>
              </a:custGeom>
              <a:solidFill>
                <a:srgbClr val="0B0B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23" name="Google Shape;1423;p24"/>
              <p:cNvSpPr/>
              <p:nvPr/>
            </p:nvSpPr>
            <p:spPr>
              <a:xfrm>
                <a:off x="8528731" y="2921359"/>
                <a:ext cx="67835" cy="2223646"/>
              </a:xfrm>
              <a:custGeom>
                <a:avLst/>
                <a:gdLst/>
                <a:ahLst/>
                <a:cxnLst/>
                <a:rect l="l" t="t" r="r" b="b"/>
                <a:pathLst>
                  <a:path w="1760" h="57641" extrusionOk="0">
                    <a:moveTo>
                      <a:pt x="0" y="1"/>
                    </a:moveTo>
                    <a:lnTo>
                      <a:pt x="0" y="57641"/>
                    </a:lnTo>
                    <a:lnTo>
                      <a:pt x="1760" y="57641"/>
                    </a:lnTo>
                    <a:lnTo>
                      <a:pt x="1760" y="1"/>
                    </a:lnTo>
                    <a:close/>
                  </a:path>
                </a:pathLst>
              </a:custGeom>
              <a:solidFill>
                <a:srgbClr val="0B0B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24" name="Google Shape;1424;p24"/>
              <p:cNvSpPr/>
              <p:nvPr/>
            </p:nvSpPr>
            <p:spPr>
              <a:xfrm>
                <a:off x="8713080" y="2921359"/>
                <a:ext cx="67102" cy="2223646"/>
              </a:xfrm>
              <a:custGeom>
                <a:avLst/>
                <a:gdLst/>
                <a:ahLst/>
                <a:cxnLst/>
                <a:rect l="l" t="t" r="r" b="b"/>
                <a:pathLst>
                  <a:path w="1741" h="57641" extrusionOk="0">
                    <a:moveTo>
                      <a:pt x="1" y="1"/>
                    </a:moveTo>
                    <a:lnTo>
                      <a:pt x="1" y="57641"/>
                    </a:lnTo>
                    <a:lnTo>
                      <a:pt x="1740" y="57641"/>
                    </a:lnTo>
                    <a:lnTo>
                      <a:pt x="1740" y="1"/>
                    </a:lnTo>
                    <a:close/>
                  </a:path>
                </a:pathLst>
              </a:custGeom>
              <a:solidFill>
                <a:srgbClr val="0B0B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25" name="Google Shape;1425;p24"/>
              <p:cNvSpPr/>
              <p:nvPr/>
            </p:nvSpPr>
            <p:spPr>
              <a:xfrm>
                <a:off x="8896696" y="2921359"/>
                <a:ext cx="67873" cy="2223646"/>
              </a:xfrm>
              <a:custGeom>
                <a:avLst/>
                <a:gdLst/>
                <a:ahLst/>
                <a:cxnLst/>
                <a:rect l="l" t="t" r="r" b="b"/>
                <a:pathLst>
                  <a:path w="1761" h="57641" extrusionOk="0">
                    <a:moveTo>
                      <a:pt x="1" y="1"/>
                    </a:moveTo>
                    <a:lnTo>
                      <a:pt x="1" y="57641"/>
                    </a:lnTo>
                    <a:lnTo>
                      <a:pt x="1760" y="57641"/>
                    </a:lnTo>
                    <a:lnTo>
                      <a:pt x="1760" y="1"/>
                    </a:lnTo>
                    <a:close/>
                  </a:path>
                </a:pathLst>
              </a:custGeom>
              <a:solidFill>
                <a:srgbClr val="0B0B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sp>
        <p:nvSpPr>
          <p:cNvPr id="1426" name="Google Shape;1426;p24"/>
          <p:cNvSpPr txBox="1">
            <a:spLocks noGrp="1"/>
          </p:cNvSpPr>
          <p:nvPr>
            <p:ph type="title" idx="2"/>
          </p:nvPr>
        </p:nvSpPr>
        <p:spPr>
          <a:xfrm>
            <a:off x="2710600" y="2856033"/>
            <a:ext cx="6770800" cy="126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4524928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1">
  <p:cSld name="One column 1">
    <p:spTree>
      <p:nvGrpSpPr>
        <p:cNvPr id="1" name="Shape 1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8" name="Google Shape;1428;p25"/>
          <p:cNvGrpSpPr/>
          <p:nvPr/>
        </p:nvGrpSpPr>
        <p:grpSpPr>
          <a:xfrm>
            <a:off x="-227" y="-2517"/>
            <a:ext cx="12192243" cy="6864073"/>
            <a:chOff x="-170" y="-1888"/>
            <a:chExt cx="9144182" cy="5148055"/>
          </a:xfrm>
        </p:grpSpPr>
        <p:sp>
          <p:nvSpPr>
            <p:cNvPr id="1429" name="Google Shape;1429;p25"/>
            <p:cNvSpPr/>
            <p:nvPr/>
          </p:nvSpPr>
          <p:spPr>
            <a:xfrm flipH="1">
              <a:off x="3143645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30" name="Google Shape;1430;p25"/>
            <p:cNvSpPr/>
            <p:nvPr/>
          </p:nvSpPr>
          <p:spPr>
            <a:xfrm flipH="1">
              <a:off x="-170" y="284850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31" name="Google Shape;1431;p25"/>
            <p:cNvSpPr/>
            <p:nvPr/>
          </p:nvSpPr>
          <p:spPr>
            <a:xfrm flipH="1">
              <a:off x="9143974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32" name="Google Shape;1432;p25"/>
            <p:cNvSpPr/>
            <p:nvPr/>
          </p:nvSpPr>
          <p:spPr>
            <a:xfrm flipH="1">
              <a:off x="8858242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33" name="Google Shape;1433;p25"/>
            <p:cNvSpPr/>
            <p:nvPr/>
          </p:nvSpPr>
          <p:spPr>
            <a:xfrm flipH="1">
              <a:off x="8572510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34" name="Google Shape;1434;p25"/>
            <p:cNvSpPr/>
            <p:nvPr/>
          </p:nvSpPr>
          <p:spPr>
            <a:xfrm flipH="1">
              <a:off x="8286778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35" name="Google Shape;1435;p25"/>
            <p:cNvSpPr/>
            <p:nvPr/>
          </p:nvSpPr>
          <p:spPr>
            <a:xfrm flipH="1">
              <a:off x="8001047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36" name="Google Shape;1436;p25"/>
            <p:cNvSpPr/>
            <p:nvPr/>
          </p:nvSpPr>
          <p:spPr>
            <a:xfrm flipH="1">
              <a:off x="7715315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37" name="Google Shape;1437;p25"/>
            <p:cNvSpPr/>
            <p:nvPr/>
          </p:nvSpPr>
          <p:spPr>
            <a:xfrm flipH="1">
              <a:off x="7429583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38" name="Google Shape;1438;p25"/>
            <p:cNvSpPr/>
            <p:nvPr/>
          </p:nvSpPr>
          <p:spPr>
            <a:xfrm flipH="1">
              <a:off x="7143851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39" name="Google Shape;1439;p25"/>
            <p:cNvSpPr/>
            <p:nvPr/>
          </p:nvSpPr>
          <p:spPr>
            <a:xfrm rot="10800000" flipH="1">
              <a:off x="6858158" y="-1888"/>
              <a:ext cx="0" cy="5147280"/>
            </a:xfrm>
            <a:custGeom>
              <a:avLst/>
              <a:gdLst/>
              <a:ahLst/>
              <a:cxnLst/>
              <a:rect l="l" t="t" r="r" b="b"/>
              <a:pathLst>
                <a:path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40" name="Google Shape;1440;p25"/>
            <p:cNvSpPr/>
            <p:nvPr/>
          </p:nvSpPr>
          <p:spPr>
            <a:xfrm flipH="1">
              <a:off x="6572426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41" name="Google Shape;1441;p25"/>
            <p:cNvSpPr/>
            <p:nvPr/>
          </p:nvSpPr>
          <p:spPr>
            <a:xfrm flipH="1">
              <a:off x="6286695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42" name="Google Shape;1442;p25"/>
            <p:cNvSpPr/>
            <p:nvPr/>
          </p:nvSpPr>
          <p:spPr>
            <a:xfrm flipH="1">
              <a:off x="6000963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43" name="Google Shape;1443;p25"/>
            <p:cNvSpPr/>
            <p:nvPr/>
          </p:nvSpPr>
          <p:spPr>
            <a:xfrm flipH="1">
              <a:off x="5715231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44" name="Google Shape;1444;p25"/>
            <p:cNvSpPr/>
            <p:nvPr/>
          </p:nvSpPr>
          <p:spPr>
            <a:xfrm flipH="1">
              <a:off x="5429499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45" name="Google Shape;1445;p25"/>
            <p:cNvSpPr/>
            <p:nvPr/>
          </p:nvSpPr>
          <p:spPr>
            <a:xfrm flipH="1">
              <a:off x="5143768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46" name="Google Shape;1446;p25"/>
            <p:cNvSpPr/>
            <p:nvPr/>
          </p:nvSpPr>
          <p:spPr>
            <a:xfrm flipH="1">
              <a:off x="4858036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47" name="Google Shape;1447;p25"/>
            <p:cNvSpPr/>
            <p:nvPr/>
          </p:nvSpPr>
          <p:spPr>
            <a:xfrm flipH="1">
              <a:off x="4572304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48" name="Google Shape;1448;p25"/>
            <p:cNvSpPr/>
            <p:nvPr/>
          </p:nvSpPr>
          <p:spPr>
            <a:xfrm flipH="1">
              <a:off x="4286572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49" name="Google Shape;1449;p25"/>
            <p:cNvSpPr/>
            <p:nvPr/>
          </p:nvSpPr>
          <p:spPr>
            <a:xfrm flipH="1">
              <a:off x="4000841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50" name="Google Shape;1450;p25"/>
            <p:cNvSpPr/>
            <p:nvPr/>
          </p:nvSpPr>
          <p:spPr>
            <a:xfrm flipH="1">
              <a:off x="3715109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51" name="Google Shape;1451;p25"/>
            <p:cNvSpPr/>
            <p:nvPr/>
          </p:nvSpPr>
          <p:spPr>
            <a:xfrm flipH="1">
              <a:off x="3429377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52" name="Google Shape;1452;p25"/>
            <p:cNvSpPr/>
            <p:nvPr/>
          </p:nvSpPr>
          <p:spPr>
            <a:xfrm flipH="1">
              <a:off x="-170" y="2858472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53" name="Google Shape;1453;p25"/>
            <p:cNvSpPr/>
            <p:nvPr/>
          </p:nvSpPr>
          <p:spPr>
            <a:xfrm flipH="1">
              <a:off x="-170" y="2572497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1"/>
                  </a:moveTo>
                  <a:lnTo>
                    <a:pt x="154953" y="1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54" name="Google Shape;1454;p25"/>
            <p:cNvSpPr/>
            <p:nvPr/>
          </p:nvSpPr>
          <p:spPr>
            <a:xfrm flipH="1">
              <a:off x="-170" y="2286561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55" name="Google Shape;1455;p25"/>
            <p:cNvSpPr/>
            <p:nvPr/>
          </p:nvSpPr>
          <p:spPr>
            <a:xfrm flipH="1">
              <a:off x="-170" y="2000585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56" name="Google Shape;1456;p25"/>
            <p:cNvSpPr/>
            <p:nvPr/>
          </p:nvSpPr>
          <p:spPr>
            <a:xfrm flipH="1">
              <a:off x="-170" y="1714610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1"/>
                  </a:moveTo>
                  <a:lnTo>
                    <a:pt x="154953" y="1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57" name="Google Shape;1457;p25"/>
            <p:cNvSpPr/>
            <p:nvPr/>
          </p:nvSpPr>
          <p:spPr>
            <a:xfrm flipH="1">
              <a:off x="-170" y="1428674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58" name="Google Shape;1458;p25"/>
            <p:cNvSpPr/>
            <p:nvPr/>
          </p:nvSpPr>
          <p:spPr>
            <a:xfrm flipH="1">
              <a:off x="-170" y="4287500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59" name="Google Shape;1459;p25"/>
            <p:cNvSpPr/>
            <p:nvPr/>
          </p:nvSpPr>
          <p:spPr>
            <a:xfrm flipH="1">
              <a:off x="-170" y="4001524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1"/>
                  </a:moveTo>
                  <a:lnTo>
                    <a:pt x="154953" y="1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60" name="Google Shape;1460;p25"/>
            <p:cNvSpPr/>
            <p:nvPr/>
          </p:nvSpPr>
          <p:spPr>
            <a:xfrm flipH="1">
              <a:off x="-170" y="3716321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1"/>
                  </a:moveTo>
                  <a:lnTo>
                    <a:pt x="154953" y="1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61" name="Google Shape;1461;p25"/>
            <p:cNvSpPr/>
            <p:nvPr/>
          </p:nvSpPr>
          <p:spPr>
            <a:xfrm flipH="1">
              <a:off x="-170" y="3430384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62" name="Google Shape;1462;p25"/>
            <p:cNvSpPr/>
            <p:nvPr/>
          </p:nvSpPr>
          <p:spPr>
            <a:xfrm flipH="1">
              <a:off x="-170" y="4859411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63" name="Google Shape;1463;p25"/>
            <p:cNvSpPr/>
            <p:nvPr/>
          </p:nvSpPr>
          <p:spPr>
            <a:xfrm flipH="1">
              <a:off x="-170" y="4573436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1"/>
                  </a:moveTo>
                  <a:lnTo>
                    <a:pt x="154953" y="1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64" name="Google Shape;1464;p25"/>
            <p:cNvSpPr/>
            <p:nvPr/>
          </p:nvSpPr>
          <p:spPr>
            <a:xfrm flipH="1">
              <a:off x="-170" y="3144409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1"/>
                  </a:moveTo>
                  <a:lnTo>
                    <a:pt x="154953" y="1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65" name="Google Shape;1465;p25"/>
            <p:cNvSpPr/>
            <p:nvPr/>
          </p:nvSpPr>
          <p:spPr>
            <a:xfrm flipH="1">
              <a:off x="-170" y="1142698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1"/>
                  </a:moveTo>
                  <a:lnTo>
                    <a:pt x="154953" y="1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66" name="Google Shape;1466;p25"/>
            <p:cNvSpPr/>
            <p:nvPr/>
          </p:nvSpPr>
          <p:spPr>
            <a:xfrm flipH="1">
              <a:off x="-170" y="856762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67" name="Google Shape;1467;p25"/>
            <p:cNvSpPr/>
            <p:nvPr/>
          </p:nvSpPr>
          <p:spPr>
            <a:xfrm flipH="1">
              <a:off x="-170" y="570787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1"/>
                  </a:moveTo>
                  <a:lnTo>
                    <a:pt x="154953" y="1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68" name="Google Shape;1468;p25"/>
            <p:cNvSpPr/>
            <p:nvPr/>
          </p:nvSpPr>
          <p:spPr>
            <a:xfrm flipH="1">
              <a:off x="572060" y="-1113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69" name="Google Shape;1469;p25"/>
            <p:cNvSpPr/>
            <p:nvPr/>
          </p:nvSpPr>
          <p:spPr>
            <a:xfrm flipH="1">
              <a:off x="2857914" y="-1113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70" name="Google Shape;1470;p25"/>
            <p:cNvSpPr/>
            <p:nvPr/>
          </p:nvSpPr>
          <p:spPr>
            <a:xfrm flipH="1">
              <a:off x="2572182" y="-1113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71" name="Google Shape;1471;p25"/>
            <p:cNvSpPr/>
            <p:nvPr/>
          </p:nvSpPr>
          <p:spPr>
            <a:xfrm flipH="1">
              <a:off x="2286450" y="-1113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72" name="Google Shape;1472;p25"/>
            <p:cNvSpPr/>
            <p:nvPr/>
          </p:nvSpPr>
          <p:spPr>
            <a:xfrm flipH="1">
              <a:off x="2000718" y="-1113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73" name="Google Shape;1473;p25"/>
            <p:cNvSpPr/>
            <p:nvPr/>
          </p:nvSpPr>
          <p:spPr>
            <a:xfrm flipH="1">
              <a:off x="1714987" y="-1113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74" name="Google Shape;1474;p25"/>
            <p:cNvSpPr/>
            <p:nvPr/>
          </p:nvSpPr>
          <p:spPr>
            <a:xfrm flipH="1">
              <a:off x="1429255" y="-1113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75" name="Google Shape;1475;p25"/>
            <p:cNvSpPr/>
            <p:nvPr/>
          </p:nvSpPr>
          <p:spPr>
            <a:xfrm flipH="1">
              <a:off x="1143523" y="-1113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76" name="Google Shape;1476;p25"/>
            <p:cNvSpPr/>
            <p:nvPr/>
          </p:nvSpPr>
          <p:spPr>
            <a:xfrm flipH="1">
              <a:off x="857791" y="-1113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77" name="Google Shape;1477;p25"/>
            <p:cNvSpPr/>
            <p:nvPr/>
          </p:nvSpPr>
          <p:spPr>
            <a:xfrm flipH="1">
              <a:off x="596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78" name="Google Shape;1478;p25"/>
            <p:cNvSpPr/>
            <p:nvPr/>
          </p:nvSpPr>
          <p:spPr>
            <a:xfrm flipH="1">
              <a:off x="286328" y="-1113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479" name="Google Shape;1479;p25"/>
          <p:cNvSpPr/>
          <p:nvPr/>
        </p:nvSpPr>
        <p:spPr>
          <a:xfrm rot="10800000">
            <a:off x="-600" y="-2833"/>
            <a:ext cx="3531200" cy="6863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80" name="Google Shape;1480;p25"/>
          <p:cNvSpPr txBox="1">
            <a:spLocks noGrp="1"/>
          </p:cNvSpPr>
          <p:nvPr>
            <p:ph type="title"/>
          </p:nvPr>
        </p:nvSpPr>
        <p:spPr>
          <a:xfrm>
            <a:off x="1353200" y="1300167"/>
            <a:ext cx="4742800" cy="239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200"/>
              <a:buNone/>
              <a:defRPr sz="4267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 sz="4267"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 sz="4267"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 sz="4267"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 sz="4267"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 sz="4267"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 sz="4267"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 sz="4267"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 sz="4267"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81" name="Google Shape;1481;p25"/>
          <p:cNvSpPr txBox="1">
            <a:spLocks noGrp="1"/>
          </p:cNvSpPr>
          <p:nvPr>
            <p:ph type="subTitle" idx="1"/>
          </p:nvPr>
        </p:nvSpPr>
        <p:spPr>
          <a:xfrm>
            <a:off x="1353200" y="3722400"/>
            <a:ext cx="4742800" cy="16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2133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82" name="Google Shape;1482;p25"/>
          <p:cNvSpPr/>
          <p:nvPr/>
        </p:nvSpPr>
        <p:spPr>
          <a:xfrm rot="-5400000" flipH="1">
            <a:off x="9718125" y="-3748"/>
            <a:ext cx="2472527" cy="2474824"/>
          </a:xfrm>
          <a:custGeom>
            <a:avLst/>
            <a:gdLst/>
            <a:ahLst/>
            <a:cxnLst/>
            <a:rect l="l" t="t" r="r" b="b"/>
            <a:pathLst>
              <a:path w="48113" h="48114" extrusionOk="0">
                <a:moveTo>
                  <a:pt x="0" y="1"/>
                </a:moveTo>
                <a:lnTo>
                  <a:pt x="0" y="26528"/>
                </a:lnTo>
                <a:cubicBezTo>
                  <a:pt x="11920" y="26528"/>
                  <a:pt x="21586" y="36194"/>
                  <a:pt x="21606" y="48113"/>
                </a:cubicBezTo>
                <a:lnTo>
                  <a:pt x="48113" y="48113"/>
                </a:lnTo>
                <a:cubicBezTo>
                  <a:pt x="48113" y="21547"/>
                  <a:pt x="26567" y="1"/>
                  <a:pt x="0" y="1"/>
                </a:cubicBezTo>
                <a:close/>
              </a:path>
            </a:pathLst>
          </a:custGeom>
          <a:solidFill>
            <a:srgbClr val="0B0B0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406216459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1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4" name="Google Shape;1484;p26"/>
          <p:cNvGrpSpPr/>
          <p:nvPr/>
        </p:nvGrpSpPr>
        <p:grpSpPr>
          <a:xfrm>
            <a:off x="-506" y="-12064"/>
            <a:ext cx="12192833" cy="6888864"/>
            <a:chOff x="-380" y="-9048"/>
            <a:chExt cx="9144625" cy="5166648"/>
          </a:xfrm>
        </p:grpSpPr>
        <p:grpSp>
          <p:nvGrpSpPr>
            <p:cNvPr id="1485" name="Google Shape;1485;p26"/>
            <p:cNvGrpSpPr/>
            <p:nvPr/>
          </p:nvGrpSpPr>
          <p:grpSpPr>
            <a:xfrm flipH="1">
              <a:off x="63" y="-1888"/>
              <a:ext cx="9144182" cy="5148055"/>
              <a:chOff x="-170" y="-1888"/>
              <a:chExt cx="9144182" cy="5148055"/>
            </a:xfrm>
          </p:grpSpPr>
          <p:sp>
            <p:nvSpPr>
              <p:cNvPr id="1486" name="Google Shape;1486;p26"/>
              <p:cNvSpPr/>
              <p:nvPr/>
            </p:nvSpPr>
            <p:spPr>
              <a:xfrm flipH="1">
                <a:off x="3143645" y="-1888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87" name="Google Shape;1487;p26"/>
              <p:cNvSpPr/>
              <p:nvPr/>
            </p:nvSpPr>
            <p:spPr>
              <a:xfrm flipH="1">
                <a:off x="-170" y="284850"/>
                <a:ext cx="9144164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0"/>
                    </a:moveTo>
                    <a:lnTo>
                      <a:pt x="154953" y="0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88" name="Google Shape;1488;p26"/>
              <p:cNvSpPr/>
              <p:nvPr/>
            </p:nvSpPr>
            <p:spPr>
              <a:xfrm flipH="1">
                <a:off x="9143974" y="-1888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89" name="Google Shape;1489;p26"/>
              <p:cNvSpPr/>
              <p:nvPr/>
            </p:nvSpPr>
            <p:spPr>
              <a:xfrm flipH="1">
                <a:off x="8858242" y="-1888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90" name="Google Shape;1490;p26"/>
              <p:cNvSpPr/>
              <p:nvPr/>
            </p:nvSpPr>
            <p:spPr>
              <a:xfrm flipH="1">
                <a:off x="8572510" y="-1888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91" name="Google Shape;1491;p26"/>
              <p:cNvSpPr/>
              <p:nvPr/>
            </p:nvSpPr>
            <p:spPr>
              <a:xfrm flipH="1">
                <a:off x="8286778" y="-1888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92" name="Google Shape;1492;p26"/>
              <p:cNvSpPr/>
              <p:nvPr/>
            </p:nvSpPr>
            <p:spPr>
              <a:xfrm flipH="1">
                <a:off x="8001047" y="-1888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93" name="Google Shape;1493;p26"/>
              <p:cNvSpPr/>
              <p:nvPr/>
            </p:nvSpPr>
            <p:spPr>
              <a:xfrm flipH="1">
                <a:off x="7715315" y="-1888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94" name="Google Shape;1494;p26"/>
              <p:cNvSpPr/>
              <p:nvPr/>
            </p:nvSpPr>
            <p:spPr>
              <a:xfrm flipH="1">
                <a:off x="7429583" y="-1888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95" name="Google Shape;1495;p26"/>
              <p:cNvSpPr/>
              <p:nvPr/>
            </p:nvSpPr>
            <p:spPr>
              <a:xfrm flipH="1">
                <a:off x="7143851" y="-1888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96" name="Google Shape;1496;p26"/>
              <p:cNvSpPr/>
              <p:nvPr/>
            </p:nvSpPr>
            <p:spPr>
              <a:xfrm rot="10800000" flipH="1">
                <a:off x="6858158" y="-1888"/>
                <a:ext cx="0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97" name="Google Shape;1497;p26"/>
              <p:cNvSpPr/>
              <p:nvPr/>
            </p:nvSpPr>
            <p:spPr>
              <a:xfrm flipH="1">
                <a:off x="6572426" y="-1888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98" name="Google Shape;1498;p26"/>
              <p:cNvSpPr/>
              <p:nvPr/>
            </p:nvSpPr>
            <p:spPr>
              <a:xfrm flipH="1">
                <a:off x="6286695" y="-1888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99" name="Google Shape;1499;p26"/>
              <p:cNvSpPr/>
              <p:nvPr/>
            </p:nvSpPr>
            <p:spPr>
              <a:xfrm flipH="1">
                <a:off x="6000963" y="-1888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00" name="Google Shape;1500;p26"/>
              <p:cNvSpPr/>
              <p:nvPr/>
            </p:nvSpPr>
            <p:spPr>
              <a:xfrm flipH="1">
                <a:off x="5715231" y="-1888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01" name="Google Shape;1501;p26"/>
              <p:cNvSpPr/>
              <p:nvPr/>
            </p:nvSpPr>
            <p:spPr>
              <a:xfrm flipH="1">
                <a:off x="5429499" y="-1888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02" name="Google Shape;1502;p26"/>
              <p:cNvSpPr/>
              <p:nvPr/>
            </p:nvSpPr>
            <p:spPr>
              <a:xfrm flipH="1">
                <a:off x="5143768" y="-1888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03" name="Google Shape;1503;p26"/>
              <p:cNvSpPr/>
              <p:nvPr/>
            </p:nvSpPr>
            <p:spPr>
              <a:xfrm flipH="1">
                <a:off x="4858036" y="-1888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04" name="Google Shape;1504;p26"/>
              <p:cNvSpPr/>
              <p:nvPr/>
            </p:nvSpPr>
            <p:spPr>
              <a:xfrm flipH="1">
                <a:off x="4572304" y="-1888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05" name="Google Shape;1505;p26"/>
              <p:cNvSpPr/>
              <p:nvPr/>
            </p:nvSpPr>
            <p:spPr>
              <a:xfrm flipH="1">
                <a:off x="4286572" y="-1888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06" name="Google Shape;1506;p26"/>
              <p:cNvSpPr/>
              <p:nvPr/>
            </p:nvSpPr>
            <p:spPr>
              <a:xfrm flipH="1">
                <a:off x="4000841" y="-1888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07" name="Google Shape;1507;p26"/>
              <p:cNvSpPr/>
              <p:nvPr/>
            </p:nvSpPr>
            <p:spPr>
              <a:xfrm flipH="1">
                <a:off x="3715109" y="-1888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08" name="Google Shape;1508;p26"/>
              <p:cNvSpPr/>
              <p:nvPr/>
            </p:nvSpPr>
            <p:spPr>
              <a:xfrm flipH="1">
                <a:off x="3429377" y="-1888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09" name="Google Shape;1509;p26"/>
              <p:cNvSpPr/>
              <p:nvPr/>
            </p:nvSpPr>
            <p:spPr>
              <a:xfrm flipH="1">
                <a:off x="-170" y="2858472"/>
                <a:ext cx="9144164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0"/>
                    </a:moveTo>
                    <a:lnTo>
                      <a:pt x="154953" y="0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10" name="Google Shape;1510;p26"/>
              <p:cNvSpPr/>
              <p:nvPr/>
            </p:nvSpPr>
            <p:spPr>
              <a:xfrm flipH="1">
                <a:off x="-170" y="2572497"/>
                <a:ext cx="9144164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1"/>
                    </a:moveTo>
                    <a:lnTo>
                      <a:pt x="154953" y="1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11" name="Google Shape;1511;p26"/>
              <p:cNvSpPr/>
              <p:nvPr/>
            </p:nvSpPr>
            <p:spPr>
              <a:xfrm flipH="1">
                <a:off x="-170" y="2286561"/>
                <a:ext cx="9144164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0"/>
                    </a:moveTo>
                    <a:lnTo>
                      <a:pt x="154953" y="0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12" name="Google Shape;1512;p26"/>
              <p:cNvSpPr/>
              <p:nvPr/>
            </p:nvSpPr>
            <p:spPr>
              <a:xfrm flipH="1">
                <a:off x="-170" y="2000585"/>
                <a:ext cx="9144164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0"/>
                    </a:moveTo>
                    <a:lnTo>
                      <a:pt x="154953" y="0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13" name="Google Shape;1513;p26"/>
              <p:cNvSpPr/>
              <p:nvPr/>
            </p:nvSpPr>
            <p:spPr>
              <a:xfrm flipH="1">
                <a:off x="-170" y="1714610"/>
                <a:ext cx="9144164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1"/>
                    </a:moveTo>
                    <a:lnTo>
                      <a:pt x="154953" y="1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14" name="Google Shape;1514;p26"/>
              <p:cNvSpPr/>
              <p:nvPr/>
            </p:nvSpPr>
            <p:spPr>
              <a:xfrm flipH="1">
                <a:off x="-170" y="1428674"/>
                <a:ext cx="9144164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0"/>
                    </a:moveTo>
                    <a:lnTo>
                      <a:pt x="154953" y="0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15" name="Google Shape;1515;p26"/>
              <p:cNvSpPr/>
              <p:nvPr/>
            </p:nvSpPr>
            <p:spPr>
              <a:xfrm flipH="1">
                <a:off x="-170" y="4287500"/>
                <a:ext cx="9144164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0"/>
                    </a:moveTo>
                    <a:lnTo>
                      <a:pt x="154953" y="0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16" name="Google Shape;1516;p26"/>
              <p:cNvSpPr/>
              <p:nvPr/>
            </p:nvSpPr>
            <p:spPr>
              <a:xfrm flipH="1">
                <a:off x="-170" y="4001524"/>
                <a:ext cx="9144164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1"/>
                    </a:moveTo>
                    <a:lnTo>
                      <a:pt x="154953" y="1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17" name="Google Shape;1517;p26"/>
              <p:cNvSpPr/>
              <p:nvPr/>
            </p:nvSpPr>
            <p:spPr>
              <a:xfrm flipH="1">
                <a:off x="-170" y="3716321"/>
                <a:ext cx="9144164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1"/>
                    </a:moveTo>
                    <a:lnTo>
                      <a:pt x="154953" y="1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18" name="Google Shape;1518;p26"/>
              <p:cNvSpPr/>
              <p:nvPr/>
            </p:nvSpPr>
            <p:spPr>
              <a:xfrm flipH="1">
                <a:off x="-170" y="3430384"/>
                <a:ext cx="9144164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0"/>
                    </a:moveTo>
                    <a:lnTo>
                      <a:pt x="154953" y="0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19" name="Google Shape;1519;p26"/>
              <p:cNvSpPr/>
              <p:nvPr/>
            </p:nvSpPr>
            <p:spPr>
              <a:xfrm flipH="1">
                <a:off x="-170" y="4859411"/>
                <a:ext cx="9144164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0"/>
                    </a:moveTo>
                    <a:lnTo>
                      <a:pt x="154953" y="0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20" name="Google Shape;1520;p26"/>
              <p:cNvSpPr/>
              <p:nvPr/>
            </p:nvSpPr>
            <p:spPr>
              <a:xfrm flipH="1">
                <a:off x="-170" y="4573436"/>
                <a:ext cx="9144164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1"/>
                    </a:moveTo>
                    <a:lnTo>
                      <a:pt x="154953" y="1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21" name="Google Shape;1521;p26"/>
              <p:cNvSpPr/>
              <p:nvPr/>
            </p:nvSpPr>
            <p:spPr>
              <a:xfrm flipH="1">
                <a:off x="-170" y="3144409"/>
                <a:ext cx="9144164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1"/>
                    </a:moveTo>
                    <a:lnTo>
                      <a:pt x="154953" y="1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22" name="Google Shape;1522;p26"/>
              <p:cNvSpPr/>
              <p:nvPr/>
            </p:nvSpPr>
            <p:spPr>
              <a:xfrm flipH="1">
                <a:off x="-170" y="1142698"/>
                <a:ext cx="9144164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1"/>
                    </a:moveTo>
                    <a:lnTo>
                      <a:pt x="154953" y="1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23" name="Google Shape;1523;p26"/>
              <p:cNvSpPr/>
              <p:nvPr/>
            </p:nvSpPr>
            <p:spPr>
              <a:xfrm flipH="1">
                <a:off x="-170" y="856762"/>
                <a:ext cx="9144164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0"/>
                    </a:moveTo>
                    <a:lnTo>
                      <a:pt x="154953" y="0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24" name="Google Shape;1524;p26"/>
              <p:cNvSpPr/>
              <p:nvPr/>
            </p:nvSpPr>
            <p:spPr>
              <a:xfrm flipH="1">
                <a:off x="-170" y="570787"/>
                <a:ext cx="9144164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1"/>
                    </a:moveTo>
                    <a:lnTo>
                      <a:pt x="154953" y="1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25" name="Google Shape;1525;p26"/>
              <p:cNvSpPr/>
              <p:nvPr/>
            </p:nvSpPr>
            <p:spPr>
              <a:xfrm flipH="1">
                <a:off x="572060" y="-1113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26" name="Google Shape;1526;p26"/>
              <p:cNvSpPr/>
              <p:nvPr/>
            </p:nvSpPr>
            <p:spPr>
              <a:xfrm flipH="1">
                <a:off x="2857914" y="-1113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27" name="Google Shape;1527;p26"/>
              <p:cNvSpPr/>
              <p:nvPr/>
            </p:nvSpPr>
            <p:spPr>
              <a:xfrm flipH="1">
                <a:off x="2572182" y="-1113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28" name="Google Shape;1528;p26"/>
              <p:cNvSpPr/>
              <p:nvPr/>
            </p:nvSpPr>
            <p:spPr>
              <a:xfrm flipH="1">
                <a:off x="2286450" y="-1113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29" name="Google Shape;1529;p26"/>
              <p:cNvSpPr/>
              <p:nvPr/>
            </p:nvSpPr>
            <p:spPr>
              <a:xfrm flipH="1">
                <a:off x="2000718" y="-1113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30" name="Google Shape;1530;p26"/>
              <p:cNvSpPr/>
              <p:nvPr/>
            </p:nvSpPr>
            <p:spPr>
              <a:xfrm flipH="1">
                <a:off x="1714987" y="-1113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31" name="Google Shape;1531;p26"/>
              <p:cNvSpPr/>
              <p:nvPr/>
            </p:nvSpPr>
            <p:spPr>
              <a:xfrm flipH="1">
                <a:off x="1429255" y="-1113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32" name="Google Shape;1532;p26"/>
              <p:cNvSpPr/>
              <p:nvPr/>
            </p:nvSpPr>
            <p:spPr>
              <a:xfrm flipH="1">
                <a:off x="1143523" y="-1113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33" name="Google Shape;1533;p26"/>
              <p:cNvSpPr/>
              <p:nvPr/>
            </p:nvSpPr>
            <p:spPr>
              <a:xfrm flipH="1">
                <a:off x="857791" y="-1113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34" name="Google Shape;1534;p26"/>
              <p:cNvSpPr/>
              <p:nvPr/>
            </p:nvSpPr>
            <p:spPr>
              <a:xfrm flipH="1">
                <a:off x="596" y="-1888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35" name="Google Shape;1535;p26"/>
              <p:cNvSpPr/>
              <p:nvPr/>
            </p:nvSpPr>
            <p:spPr>
              <a:xfrm flipH="1">
                <a:off x="286328" y="-1113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1536" name="Google Shape;1536;p26"/>
            <p:cNvGrpSpPr/>
            <p:nvPr/>
          </p:nvGrpSpPr>
          <p:grpSpPr>
            <a:xfrm flipH="1">
              <a:off x="-380" y="3350525"/>
              <a:ext cx="1646951" cy="1795500"/>
              <a:chOff x="4419419" y="3350525"/>
              <a:chExt cx="4724473" cy="1795500"/>
            </a:xfrm>
          </p:grpSpPr>
          <p:sp>
            <p:nvSpPr>
              <p:cNvPr id="1537" name="Google Shape;1537;p26"/>
              <p:cNvSpPr/>
              <p:nvPr/>
            </p:nvSpPr>
            <p:spPr>
              <a:xfrm>
                <a:off x="4419419" y="3350525"/>
                <a:ext cx="4724400" cy="17955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grpSp>
            <p:nvGrpSpPr>
              <p:cNvPr id="1538" name="Google Shape;1538;p26"/>
              <p:cNvGrpSpPr/>
              <p:nvPr/>
            </p:nvGrpSpPr>
            <p:grpSpPr>
              <a:xfrm>
                <a:off x="4419496" y="3477572"/>
                <a:ext cx="4724396" cy="1543447"/>
                <a:chOff x="4823024" y="3477260"/>
                <a:chExt cx="2971318" cy="1543447"/>
              </a:xfrm>
            </p:grpSpPr>
            <p:sp>
              <p:nvSpPr>
                <p:cNvPr id="1539" name="Google Shape;1539;p26"/>
                <p:cNvSpPr/>
                <p:nvPr/>
              </p:nvSpPr>
              <p:spPr>
                <a:xfrm>
                  <a:off x="4823024" y="3477260"/>
                  <a:ext cx="2971318" cy="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092" h="1" fill="none" extrusionOk="0">
                      <a:moveTo>
                        <a:pt x="0" y="1"/>
                      </a:moveTo>
                      <a:lnTo>
                        <a:pt x="77091" y="1"/>
                      </a:lnTo>
                    </a:path>
                  </a:pathLst>
                </a:custGeom>
                <a:solidFill>
                  <a:srgbClr val="FFFFFF"/>
                </a:solidFill>
                <a:ln w="4450" cap="flat" cmpd="sng">
                  <a:solidFill>
                    <a:srgbClr val="0B0B0B"/>
                  </a:solidFill>
                  <a:prstDash val="solid"/>
                  <a:miter lim="1976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540" name="Google Shape;1540;p26"/>
                <p:cNvSpPr/>
                <p:nvPr/>
              </p:nvSpPr>
              <p:spPr>
                <a:xfrm>
                  <a:off x="4823024" y="3617567"/>
                  <a:ext cx="2971318" cy="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092" h="1" fill="none" extrusionOk="0">
                      <a:moveTo>
                        <a:pt x="0" y="1"/>
                      </a:moveTo>
                      <a:lnTo>
                        <a:pt x="77091" y="1"/>
                      </a:lnTo>
                    </a:path>
                  </a:pathLst>
                </a:custGeom>
                <a:solidFill>
                  <a:srgbClr val="FFFFFF"/>
                </a:solidFill>
                <a:ln w="4450" cap="flat" cmpd="sng">
                  <a:solidFill>
                    <a:srgbClr val="0B0B0B"/>
                  </a:solidFill>
                  <a:prstDash val="solid"/>
                  <a:miter lim="1976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541" name="Google Shape;1541;p26"/>
                <p:cNvSpPr/>
                <p:nvPr/>
              </p:nvSpPr>
              <p:spPr>
                <a:xfrm>
                  <a:off x="4823024" y="3757912"/>
                  <a:ext cx="2971318" cy="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092" h="1" fill="none" extrusionOk="0">
                      <a:moveTo>
                        <a:pt x="0" y="0"/>
                      </a:moveTo>
                      <a:lnTo>
                        <a:pt x="77091" y="0"/>
                      </a:lnTo>
                    </a:path>
                  </a:pathLst>
                </a:custGeom>
                <a:solidFill>
                  <a:srgbClr val="FFFFFF"/>
                </a:solidFill>
                <a:ln w="4450" cap="flat" cmpd="sng">
                  <a:solidFill>
                    <a:srgbClr val="0B0B0B"/>
                  </a:solidFill>
                  <a:prstDash val="solid"/>
                  <a:miter lim="1976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542" name="Google Shape;1542;p26"/>
                <p:cNvSpPr/>
                <p:nvPr/>
              </p:nvSpPr>
              <p:spPr>
                <a:xfrm>
                  <a:off x="4823024" y="3898218"/>
                  <a:ext cx="2971318" cy="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092" h="1" fill="none" extrusionOk="0">
                      <a:moveTo>
                        <a:pt x="0" y="0"/>
                      </a:moveTo>
                      <a:lnTo>
                        <a:pt x="77091" y="0"/>
                      </a:lnTo>
                    </a:path>
                  </a:pathLst>
                </a:custGeom>
                <a:solidFill>
                  <a:srgbClr val="FFFFFF"/>
                </a:solidFill>
                <a:ln w="4450" cap="flat" cmpd="sng">
                  <a:solidFill>
                    <a:srgbClr val="0B0B0B"/>
                  </a:solidFill>
                  <a:prstDash val="solid"/>
                  <a:miter lim="1976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543" name="Google Shape;1543;p26"/>
                <p:cNvSpPr/>
                <p:nvPr/>
              </p:nvSpPr>
              <p:spPr>
                <a:xfrm>
                  <a:off x="4823024" y="4038524"/>
                  <a:ext cx="2971318" cy="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092" h="1" fill="none" extrusionOk="0">
                      <a:moveTo>
                        <a:pt x="0" y="0"/>
                      </a:moveTo>
                      <a:lnTo>
                        <a:pt x="77091" y="0"/>
                      </a:lnTo>
                    </a:path>
                  </a:pathLst>
                </a:custGeom>
                <a:solidFill>
                  <a:srgbClr val="FFFFFF"/>
                </a:solidFill>
                <a:ln w="4450" cap="flat" cmpd="sng">
                  <a:solidFill>
                    <a:srgbClr val="0B0B0B"/>
                  </a:solidFill>
                  <a:prstDash val="solid"/>
                  <a:miter lim="1976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544" name="Google Shape;1544;p26"/>
                <p:cNvSpPr/>
                <p:nvPr/>
              </p:nvSpPr>
              <p:spPr>
                <a:xfrm>
                  <a:off x="4823024" y="4178831"/>
                  <a:ext cx="2971318" cy="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092" h="1" fill="none" extrusionOk="0">
                      <a:moveTo>
                        <a:pt x="0" y="0"/>
                      </a:moveTo>
                      <a:lnTo>
                        <a:pt x="77091" y="0"/>
                      </a:lnTo>
                    </a:path>
                  </a:pathLst>
                </a:custGeom>
                <a:solidFill>
                  <a:srgbClr val="FFFFFF"/>
                </a:solidFill>
                <a:ln w="4450" cap="flat" cmpd="sng">
                  <a:solidFill>
                    <a:srgbClr val="0B0B0B"/>
                  </a:solidFill>
                  <a:prstDash val="solid"/>
                  <a:miter lim="1976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545" name="Google Shape;1545;p26"/>
                <p:cNvSpPr/>
                <p:nvPr/>
              </p:nvSpPr>
              <p:spPr>
                <a:xfrm>
                  <a:off x="4823024" y="4319137"/>
                  <a:ext cx="2971318" cy="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092" h="1" fill="none" extrusionOk="0">
                      <a:moveTo>
                        <a:pt x="0" y="0"/>
                      </a:moveTo>
                      <a:lnTo>
                        <a:pt x="77091" y="0"/>
                      </a:lnTo>
                    </a:path>
                  </a:pathLst>
                </a:custGeom>
                <a:solidFill>
                  <a:srgbClr val="FFFFFF"/>
                </a:solidFill>
                <a:ln w="4450" cap="flat" cmpd="sng">
                  <a:solidFill>
                    <a:srgbClr val="0B0B0B"/>
                  </a:solidFill>
                  <a:prstDash val="solid"/>
                  <a:miter lim="1976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546" name="Google Shape;1546;p26"/>
                <p:cNvSpPr/>
                <p:nvPr/>
              </p:nvSpPr>
              <p:spPr>
                <a:xfrm>
                  <a:off x="4823024" y="4459444"/>
                  <a:ext cx="2971318" cy="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092" h="1" fill="none" extrusionOk="0">
                      <a:moveTo>
                        <a:pt x="0" y="1"/>
                      </a:moveTo>
                      <a:lnTo>
                        <a:pt x="77091" y="1"/>
                      </a:lnTo>
                    </a:path>
                  </a:pathLst>
                </a:custGeom>
                <a:solidFill>
                  <a:srgbClr val="FFFFFF"/>
                </a:solidFill>
                <a:ln w="4450" cap="flat" cmpd="sng">
                  <a:solidFill>
                    <a:srgbClr val="0B0B0B"/>
                  </a:solidFill>
                  <a:prstDash val="solid"/>
                  <a:miter lim="1976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547" name="Google Shape;1547;p26"/>
                <p:cNvSpPr/>
                <p:nvPr/>
              </p:nvSpPr>
              <p:spPr>
                <a:xfrm>
                  <a:off x="4823024" y="4599750"/>
                  <a:ext cx="2971318" cy="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092" h="1" fill="none" extrusionOk="0">
                      <a:moveTo>
                        <a:pt x="0" y="1"/>
                      </a:moveTo>
                      <a:lnTo>
                        <a:pt x="77091" y="1"/>
                      </a:lnTo>
                    </a:path>
                  </a:pathLst>
                </a:custGeom>
                <a:solidFill>
                  <a:srgbClr val="FFFFFF"/>
                </a:solidFill>
                <a:ln w="4450" cap="flat" cmpd="sng">
                  <a:solidFill>
                    <a:srgbClr val="0B0B0B"/>
                  </a:solidFill>
                  <a:prstDash val="solid"/>
                  <a:miter lim="1976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548" name="Google Shape;1548;p26"/>
                <p:cNvSpPr/>
                <p:nvPr/>
              </p:nvSpPr>
              <p:spPr>
                <a:xfrm>
                  <a:off x="4823024" y="4740056"/>
                  <a:ext cx="2971318" cy="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092" h="1" fill="none" extrusionOk="0">
                      <a:moveTo>
                        <a:pt x="0" y="1"/>
                      </a:moveTo>
                      <a:lnTo>
                        <a:pt x="77091" y="1"/>
                      </a:lnTo>
                    </a:path>
                  </a:pathLst>
                </a:custGeom>
                <a:solidFill>
                  <a:srgbClr val="FFFFFF"/>
                </a:solidFill>
                <a:ln w="4450" cap="flat" cmpd="sng">
                  <a:solidFill>
                    <a:srgbClr val="0B0B0B"/>
                  </a:solidFill>
                  <a:prstDash val="solid"/>
                  <a:miter lim="1976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549" name="Google Shape;1549;p26"/>
                <p:cNvSpPr/>
                <p:nvPr/>
              </p:nvSpPr>
              <p:spPr>
                <a:xfrm>
                  <a:off x="4823024" y="4880363"/>
                  <a:ext cx="2971318" cy="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092" h="1" fill="none" extrusionOk="0">
                      <a:moveTo>
                        <a:pt x="0" y="1"/>
                      </a:moveTo>
                      <a:lnTo>
                        <a:pt x="77091" y="1"/>
                      </a:lnTo>
                    </a:path>
                  </a:pathLst>
                </a:custGeom>
                <a:solidFill>
                  <a:srgbClr val="FFFFFF"/>
                </a:solidFill>
                <a:ln w="4450" cap="flat" cmpd="sng">
                  <a:solidFill>
                    <a:srgbClr val="0B0B0B"/>
                  </a:solidFill>
                  <a:prstDash val="solid"/>
                  <a:miter lim="1976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550" name="Google Shape;1550;p26"/>
                <p:cNvSpPr/>
                <p:nvPr/>
              </p:nvSpPr>
              <p:spPr>
                <a:xfrm>
                  <a:off x="4823024" y="5020669"/>
                  <a:ext cx="2971318" cy="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092" h="1" fill="none" extrusionOk="0">
                      <a:moveTo>
                        <a:pt x="0" y="1"/>
                      </a:moveTo>
                      <a:lnTo>
                        <a:pt x="77091" y="1"/>
                      </a:lnTo>
                    </a:path>
                  </a:pathLst>
                </a:custGeom>
                <a:solidFill>
                  <a:srgbClr val="FFFFFF"/>
                </a:solidFill>
                <a:ln w="4450" cap="flat" cmpd="sng">
                  <a:solidFill>
                    <a:srgbClr val="0B0B0B"/>
                  </a:solidFill>
                  <a:prstDash val="solid"/>
                  <a:miter lim="1976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</p:grpSp>
        </p:grpSp>
        <p:sp>
          <p:nvSpPr>
            <p:cNvPr id="1551" name="Google Shape;1551;p26"/>
            <p:cNvSpPr/>
            <p:nvPr/>
          </p:nvSpPr>
          <p:spPr>
            <a:xfrm>
              <a:off x="-300" y="-2275"/>
              <a:ext cx="1638600" cy="33528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1552" name="Google Shape;1552;p26"/>
            <p:cNvGrpSpPr/>
            <p:nvPr/>
          </p:nvGrpSpPr>
          <p:grpSpPr>
            <a:xfrm>
              <a:off x="8532025" y="-9048"/>
              <a:ext cx="612000" cy="5166641"/>
              <a:chOff x="8532025" y="-9048"/>
              <a:chExt cx="612000" cy="5166641"/>
            </a:xfrm>
          </p:grpSpPr>
          <p:sp>
            <p:nvSpPr>
              <p:cNvPr id="1553" name="Google Shape;1553;p26"/>
              <p:cNvSpPr/>
              <p:nvPr/>
            </p:nvSpPr>
            <p:spPr>
              <a:xfrm>
                <a:off x="8532025" y="0"/>
                <a:ext cx="612000" cy="51435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grpSp>
            <p:nvGrpSpPr>
              <p:cNvPr id="1554" name="Google Shape;1554;p26"/>
              <p:cNvGrpSpPr/>
              <p:nvPr/>
            </p:nvGrpSpPr>
            <p:grpSpPr>
              <a:xfrm flipH="1">
                <a:off x="8532027" y="-9048"/>
                <a:ext cx="611974" cy="5166641"/>
                <a:chOff x="5772338" y="-2276"/>
                <a:chExt cx="611974" cy="2223646"/>
              </a:xfrm>
            </p:grpSpPr>
            <p:sp>
              <p:nvSpPr>
                <p:cNvPr id="1555" name="Google Shape;1555;p26"/>
                <p:cNvSpPr/>
                <p:nvPr/>
              </p:nvSpPr>
              <p:spPr>
                <a:xfrm>
                  <a:off x="5772338" y="-2276"/>
                  <a:ext cx="67873" cy="22236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61" h="57641" extrusionOk="0">
                      <a:moveTo>
                        <a:pt x="1" y="1"/>
                      </a:moveTo>
                      <a:lnTo>
                        <a:pt x="1" y="57641"/>
                      </a:lnTo>
                      <a:lnTo>
                        <a:pt x="1760" y="57641"/>
                      </a:lnTo>
                      <a:lnTo>
                        <a:pt x="1760" y="1"/>
                      </a:lnTo>
                      <a:close/>
                    </a:path>
                  </a:pathLst>
                </a:custGeom>
                <a:solidFill>
                  <a:srgbClr val="0B0B0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556" name="Google Shape;1556;p26"/>
                <p:cNvSpPr/>
                <p:nvPr/>
              </p:nvSpPr>
              <p:spPr>
                <a:xfrm>
                  <a:off x="5953975" y="-2276"/>
                  <a:ext cx="67835" cy="22236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60" h="57641" extrusionOk="0">
                      <a:moveTo>
                        <a:pt x="0" y="1"/>
                      </a:moveTo>
                      <a:lnTo>
                        <a:pt x="0" y="57641"/>
                      </a:lnTo>
                      <a:lnTo>
                        <a:pt x="1760" y="57641"/>
                      </a:lnTo>
                      <a:lnTo>
                        <a:pt x="1760" y="1"/>
                      </a:lnTo>
                      <a:close/>
                    </a:path>
                  </a:pathLst>
                </a:custGeom>
                <a:solidFill>
                  <a:srgbClr val="0B0B0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557" name="Google Shape;1557;p26"/>
                <p:cNvSpPr/>
                <p:nvPr/>
              </p:nvSpPr>
              <p:spPr>
                <a:xfrm>
                  <a:off x="6135573" y="-2276"/>
                  <a:ext cx="67102" cy="22236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1" h="57641" extrusionOk="0">
                      <a:moveTo>
                        <a:pt x="1" y="1"/>
                      </a:moveTo>
                      <a:lnTo>
                        <a:pt x="1" y="57641"/>
                      </a:lnTo>
                      <a:lnTo>
                        <a:pt x="1740" y="57641"/>
                      </a:lnTo>
                      <a:lnTo>
                        <a:pt x="1740" y="1"/>
                      </a:lnTo>
                      <a:close/>
                    </a:path>
                  </a:pathLst>
                </a:custGeom>
                <a:solidFill>
                  <a:srgbClr val="0B0B0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558" name="Google Shape;1558;p26"/>
                <p:cNvSpPr/>
                <p:nvPr/>
              </p:nvSpPr>
              <p:spPr>
                <a:xfrm>
                  <a:off x="6316438" y="-2276"/>
                  <a:ext cx="67873" cy="22236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61" h="57641" extrusionOk="0">
                      <a:moveTo>
                        <a:pt x="1" y="1"/>
                      </a:moveTo>
                      <a:lnTo>
                        <a:pt x="1" y="57641"/>
                      </a:lnTo>
                      <a:lnTo>
                        <a:pt x="1760" y="57641"/>
                      </a:lnTo>
                      <a:lnTo>
                        <a:pt x="1760" y="1"/>
                      </a:lnTo>
                      <a:close/>
                    </a:path>
                  </a:pathLst>
                </a:custGeom>
                <a:solidFill>
                  <a:srgbClr val="0B0B0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</p:grpSp>
        </p:grpSp>
        <p:sp>
          <p:nvSpPr>
            <p:cNvPr id="1559" name="Google Shape;1559;p26"/>
            <p:cNvSpPr/>
            <p:nvPr/>
          </p:nvSpPr>
          <p:spPr>
            <a:xfrm>
              <a:off x="1219800" y="2693100"/>
              <a:ext cx="6704400" cy="2464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560" name="Google Shape;1560;p26"/>
          <p:cNvSpPr txBox="1">
            <a:spLocks noGrp="1"/>
          </p:cNvSpPr>
          <p:nvPr>
            <p:ph type="title"/>
          </p:nvPr>
        </p:nvSpPr>
        <p:spPr>
          <a:xfrm>
            <a:off x="2600400" y="2040800"/>
            <a:ext cx="7738000" cy="146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61" name="Google Shape;1561;p26"/>
          <p:cNvSpPr txBox="1"/>
          <p:nvPr/>
        </p:nvSpPr>
        <p:spPr>
          <a:xfrm>
            <a:off x="2600400" y="5114333"/>
            <a:ext cx="6991200" cy="8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CREDITS: This presentation template was created by </a:t>
            </a:r>
            <a:r>
              <a:rPr lang="en" sz="1600" b="1">
                <a:solidFill>
                  <a:schemeClr val="dk1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including icons by </a:t>
            </a:r>
            <a:r>
              <a:rPr lang="en" sz="1600" b="1">
                <a:solidFill>
                  <a:schemeClr val="dk1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infographics &amp; images by </a:t>
            </a:r>
            <a:r>
              <a:rPr lang="en" sz="1600" b="1">
                <a:solidFill>
                  <a:schemeClr val="dk1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600" b="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62" name="Google Shape;1562;p26"/>
          <p:cNvSpPr txBox="1">
            <a:spLocks noGrp="1"/>
          </p:cNvSpPr>
          <p:nvPr>
            <p:ph type="subTitle" idx="1"/>
          </p:nvPr>
        </p:nvSpPr>
        <p:spPr>
          <a:xfrm>
            <a:off x="2600400" y="3794000"/>
            <a:ext cx="4473600" cy="138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67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67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67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67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67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67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67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67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0341127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3">
  <p:cSld name="Title and two columns 3">
    <p:spTree>
      <p:nvGrpSpPr>
        <p:cNvPr id="1" name="Shape 1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4" name="Google Shape;1564;p27"/>
          <p:cNvGrpSpPr/>
          <p:nvPr/>
        </p:nvGrpSpPr>
        <p:grpSpPr>
          <a:xfrm>
            <a:off x="-850" y="-3035"/>
            <a:ext cx="12193699" cy="6863040"/>
            <a:chOff x="-637" y="-2276"/>
            <a:chExt cx="9145274" cy="5147280"/>
          </a:xfrm>
        </p:grpSpPr>
        <p:grpSp>
          <p:nvGrpSpPr>
            <p:cNvPr id="1565" name="Google Shape;1565;p27"/>
            <p:cNvGrpSpPr/>
            <p:nvPr/>
          </p:nvGrpSpPr>
          <p:grpSpPr>
            <a:xfrm>
              <a:off x="3170819" y="-2276"/>
              <a:ext cx="5973818" cy="5147280"/>
              <a:chOff x="5751" y="-2276"/>
              <a:chExt cx="5973818" cy="5147280"/>
            </a:xfrm>
          </p:grpSpPr>
          <p:sp>
            <p:nvSpPr>
              <p:cNvPr id="1566" name="Google Shape;1566;p27"/>
              <p:cNvSpPr/>
              <p:nvPr/>
            </p:nvSpPr>
            <p:spPr>
              <a:xfrm>
                <a:off x="5979530" y="-2276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67" name="Google Shape;1567;p27"/>
              <p:cNvSpPr/>
              <p:nvPr/>
            </p:nvSpPr>
            <p:spPr>
              <a:xfrm>
                <a:off x="5751" y="284471"/>
                <a:ext cx="5972276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0"/>
                    </a:moveTo>
                    <a:lnTo>
                      <a:pt x="154953" y="0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68" name="Google Shape;1568;p27"/>
              <p:cNvSpPr/>
              <p:nvPr/>
            </p:nvSpPr>
            <p:spPr>
              <a:xfrm>
                <a:off x="5751" y="-2276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69" name="Google Shape;1569;p27"/>
              <p:cNvSpPr/>
              <p:nvPr/>
            </p:nvSpPr>
            <p:spPr>
              <a:xfrm>
                <a:off x="289925" y="-2276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70" name="Google Shape;1570;p27"/>
              <p:cNvSpPr/>
              <p:nvPr/>
            </p:nvSpPr>
            <p:spPr>
              <a:xfrm>
                <a:off x="574869" y="-2276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71" name="Google Shape;1571;p27"/>
              <p:cNvSpPr/>
              <p:nvPr/>
            </p:nvSpPr>
            <p:spPr>
              <a:xfrm>
                <a:off x="859043" y="-2276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72" name="Google Shape;1572;p27"/>
              <p:cNvSpPr/>
              <p:nvPr/>
            </p:nvSpPr>
            <p:spPr>
              <a:xfrm>
                <a:off x="1143988" y="-2276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73" name="Google Shape;1573;p27"/>
              <p:cNvSpPr/>
              <p:nvPr/>
            </p:nvSpPr>
            <p:spPr>
              <a:xfrm>
                <a:off x="1428162" y="-2276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74" name="Google Shape;1574;p27"/>
              <p:cNvSpPr/>
              <p:nvPr/>
            </p:nvSpPr>
            <p:spPr>
              <a:xfrm>
                <a:off x="1712336" y="-2276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75" name="Google Shape;1575;p27"/>
              <p:cNvSpPr/>
              <p:nvPr/>
            </p:nvSpPr>
            <p:spPr>
              <a:xfrm>
                <a:off x="1997242" y="-2276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76" name="Google Shape;1576;p27"/>
              <p:cNvSpPr/>
              <p:nvPr/>
            </p:nvSpPr>
            <p:spPr>
              <a:xfrm>
                <a:off x="2281454" y="-2276"/>
                <a:ext cx="0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77" name="Google Shape;1577;p27"/>
              <p:cNvSpPr/>
              <p:nvPr/>
            </p:nvSpPr>
            <p:spPr>
              <a:xfrm>
                <a:off x="2566360" y="-2276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78" name="Google Shape;1578;p27"/>
              <p:cNvSpPr/>
              <p:nvPr/>
            </p:nvSpPr>
            <p:spPr>
              <a:xfrm>
                <a:off x="2850534" y="-2276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79" name="Google Shape;1579;p27"/>
              <p:cNvSpPr/>
              <p:nvPr/>
            </p:nvSpPr>
            <p:spPr>
              <a:xfrm>
                <a:off x="3134708" y="-2276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80" name="Google Shape;1580;p27"/>
              <p:cNvSpPr/>
              <p:nvPr/>
            </p:nvSpPr>
            <p:spPr>
              <a:xfrm>
                <a:off x="3419653" y="-2276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81" name="Google Shape;1581;p27"/>
              <p:cNvSpPr/>
              <p:nvPr/>
            </p:nvSpPr>
            <p:spPr>
              <a:xfrm>
                <a:off x="3703827" y="-2276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82" name="Google Shape;1582;p27"/>
              <p:cNvSpPr/>
              <p:nvPr/>
            </p:nvSpPr>
            <p:spPr>
              <a:xfrm>
                <a:off x="3988001" y="-2276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83" name="Google Shape;1583;p27"/>
              <p:cNvSpPr/>
              <p:nvPr/>
            </p:nvSpPr>
            <p:spPr>
              <a:xfrm>
                <a:off x="4272945" y="-2276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84" name="Google Shape;1584;p27"/>
              <p:cNvSpPr/>
              <p:nvPr/>
            </p:nvSpPr>
            <p:spPr>
              <a:xfrm>
                <a:off x="4557119" y="-2276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85" name="Google Shape;1585;p27"/>
              <p:cNvSpPr/>
              <p:nvPr/>
            </p:nvSpPr>
            <p:spPr>
              <a:xfrm>
                <a:off x="4842064" y="-2276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86" name="Google Shape;1586;p27"/>
              <p:cNvSpPr/>
              <p:nvPr/>
            </p:nvSpPr>
            <p:spPr>
              <a:xfrm>
                <a:off x="5126238" y="-2276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87" name="Google Shape;1587;p27"/>
              <p:cNvSpPr/>
              <p:nvPr/>
            </p:nvSpPr>
            <p:spPr>
              <a:xfrm>
                <a:off x="5410411" y="-2276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88" name="Google Shape;1588;p27"/>
              <p:cNvSpPr/>
              <p:nvPr/>
            </p:nvSpPr>
            <p:spPr>
              <a:xfrm>
                <a:off x="5695356" y="-2276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89" name="Google Shape;1589;p27"/>
              <p:cNvSpPr/>
              <p:nvPr/>
            </p:nvSpPr>
            <p:spPr>
              <a:xfrm>
                <a:off x="5751" y="2858091"/>
                <a:ext cx="5972276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0"/>
                    </a:moveTo>
                    <a:lnTo>
                      <a:pt x="154953" y="0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90" name="Google Shape;1590;p27"/>
              <p:cNvSpPr/>
              <p:nvPr/>
            </p:nvSpPr>
            <p:spPr>
              <a:xfrm>
                <a:off x="5751" y="2572116"/>
                <a:ext cx="5972276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1"/>
                    </a:moveTo>
                    <a:lnTo>
                      <a:pt x="154953" y="1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91" name="Google Shape;1591;p27"/>
              <p:cNvSpPr/>
              <p:nvPr/>
            </p:nvSpPr>
            <p:spPr>
              <a:xfrm>
                <a:off x="5751" y="2286180"/>
                <a:ext cx="5972276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0"/>
                    </a:moveTo>
                    <a:lnTo>
                      <a:pt x="154953" y="0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92" name="Google Shape;1592;p27"/>
              <p:cNvSpPr/>
              <p:nvPr/>
            </p:nvSpPr>
            <p:spPr>
              <a:xfrm>
                <a:off x="5751" y="2000205"/>
                <a:ext cx="5972276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0"/>
                    </a:moveTo>
                    <a:lnTo>
                      <a:pt x="154953" y="0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93" name="Google Shape;1593;p27"/>
              <p:cNvSpPr/>
              <p:nvPr/>
            </p:nvSpPr>
            <p:spPr>
              <a:xfrm>
                <a:off x="5751" y="1714230"/>
                <a:ext cx="5972276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1"/>
                    </a:moveTo>
                    <a:lnTo>
                      <a:pt x="154953" y="1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94" name="Google Shape;1594;p27"/>
              <p:cNvSpPr/>
              <p:nvPr/>
            </p:nvSpPr>
            <p:spPr>
              <a:xfrm>
                <a:off x="5751" y="1428294"/>
                <a:ext cx="5972276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0"/>
                    </a:moveTo>
                    <a:lnTo>
                      <a:pt x="154953" y="0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95" name="Google Shape;1595;p27"/>
              <p:cNvSpPr/>
              <p:nvPr/>
            </p:nvSpPr>
            <p:spPr>
              <a:xfrm>
                <a:off x="5751" y="4287118"/>
                <a:ext cx="5972276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0"/>
                    </a:moveTo>
                    <a:lnTo>
                      <a:pt x="154953" y="0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96" name="Google Shape;1596;p27"/>
              <p:cNvSpPr/>
              <p:nvPr/>
            </p:nvSpPr>
            <p:spPr>
              <a:xfrm>
                <a:off x="5751" y="4001143"/>
                <a:ext cx="5972276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1"/>
                    </a:moveTo>
                    <a:lnTo>
                      <a:pt x="154953" y="1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97" name="Google Shape;1597;p27"/>
              <p:cNvSpPr/>
              <p:nvPr/>
            </p:nvSpPr>
            <p:spPr>
              <a:xfrm>
                <a:off x="5751" y="3715939"/>
                <a:ext cx="5972276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1"/>
                    </a:moveTo>
                    <a:lnTo>
                      <a:pt x="154953" y="1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98" name="Google Shape;1598;p27"/>
              <p:cNvSpPr/>
              <p:nvPr/>
            </p:nvSpPr>
            <p:spPr>
              <a:xfrm>
                <a:off x="5751" y="3430003"/>
                <a:ext cx="5972276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0"/>
                    </a:moveTo>
                    <a:lnTo>
                      <a:pt x="154953" y="0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99" name="Google Shape;1599;p27"/>
              <p:cNvSpPr/>
              <p:nvPr/>
            </p:nvSpPr>
            <p:spPr>
              <a:xfrm>
                <a:off x="5751" y="4859029"/>
                <a:ext cx="5972276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0"/>
                    </a:moveTo>
                    <a:lnTo>
                      <a:pt x="154953" y="0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00" name="Google Shape;1600;p27"/>
              <p:cNvSpPr/>
              <p:nvPr/>
            </p:nvSpPr>
            <p:spPr>
              <a:xfrm>
                <a:off x="5751" y="4573054"/>
                <a:ext cx="5972276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1"/>
                    </a:moveTo>
                    <a:lnTo>
                      <a:pt x="154953" y="1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01" name="Google Shape;1601;p27"/>
              <p:cNvSpPr/>
              <p:nvPr/>
            </p:nvSpPr>
            <p:spPr>
              <a:xfrm>
                <a:off x="5751" y="3144028"/>
                <a:ext cx="5972276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1"/>
                    </a:moveTo>
                    <a:lnTo>
                      <a:pt x="154953" y="1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02" name="Google Shape;1602;p27"/>
              <p:cNvSpPr/>
              <p:nvPr/>
            </p:nvSpPr>
            <p:spPr>
              <a:xfrm>
                <a:off x="5751" y="1142319"/>
                <a:ext cx="5972276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1"/>
                    </a:moveTo>
                    <a:lnTo>
                      <a:pt x="154953" y="1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03" name="Google Shape;1603;p27"/>
              <p:cNvSpPr/>
              <p:nvPr/>
            </p:nvSpPr>
            <p:spPr>
              <a:xfrm>
                <a:off x="5751" y="856382"/>
                <a:ext cx="5972276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0"/>
                    </a:moveTo>
                    <a:lnTo>
                      <a:pt x="154953" y="0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04" name="Google Shape;1604;p27"/>
              <p:cNvSpPr/>
              <p:nvPr/>
            </p:nvSpPr>
            <p:spPr>
              <a:xfrm>
                <a:off x="5751" y="570407"/>
                <a:ext cx="5972276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1"/>
                    </a:moveTo>
                    <a:lnTo>
                      <a:pt x="154953" y="1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sp>
          <p:nvSpPr>
            <p:cNvPr id="1605" name="Google Shape;1605;p27"/>
            <p:cNvSpPr/>
            <p:nvPr/>
          </p:nvSpPr>
          <p:spPr>
            <a:xfrm>
              <a:off x="-637" y="-2275"/>
              <a:ext cx="3355800" cy="3355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6" name="Google Shape;1606;p27"/>
            <p:cNvSpPr/>
            <p:nvPr/>
          </p:nvSpPr>
          <p:spPr>
            <a:xfrm>
              <a:off x="5751" y="5144966"/>
              <a:ext cx="5972276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1"/>
                  </a:moveTo>
                  <a:lnTo>
                    <a:pt x="154953" y="1"/>
                  </a:lnTo>
                </a:path>
              </a:pathLst>
            </a:custGeom>
            <a:noFill/>
            <a:ln w="2475" cap="flat" cmpd="sng">
              <a:solidFill>
                <a:srgbClr val="0B0B0B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7" name="Google Shape;1607;p27"/>
            <p:cNvSpPr/>
            <p:nvPr/>
          </p:nvSpPr>
          <p:spPr>
            <a:xfrm>
              <a:off x="6444477" y="159000"/>
              <a:ext cx="2514900" cy="25149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1608" name="Google Shape;1608;p27"/>
            <p:cNvGrpSpPr/>
            <p:nvPr/>
          </p:nvGrpSpPr>
          <p:grpSpPr>
            <a:xfrm>
              <a:off x="-637" y="2921359"/>
              <a:ext cx="3191912" cy="2223646"/>
              <a:chOff x="-637" y="2921359"/>
              <a:chExt cx="3191912" cy="2223646"/>
            </a:xfrm>
          </p:grpSpPr>
          <p:sp>
            <p:nvSpPr>
              <p:cNvPr id="1609" name="Google Shape;1609;p27"/>
              <p:cNvSpPr/>
              <p:nvPr/>
            </p:nvSpPr>
            <p:spPr>
              <a:xfrm>
                <a:off x="-637" y="2921359"/>
                <a:ext cx="67102" cy="2223646"/>
              </a:xfrm>
              <a:custGeom>
                <a:avLst/>
                <a:gdLst/>
                <a:ahLst/>
                <a:cxnLst/>
                <a:rect l="l" t="t" r="r" b="b"/>
                <a:pathLst>
                  <a:path w="1741" h="57641" extrusionOk="0">
                    <a:moveTo>
                      <a:pt x="1" y="1"/>
                    </a:moveTo>
                    <a:lnTo>
                      <a:pt x="1" y="57641"/>
                    </a:lnTo>
                    <a:lnTo>
                      <a:pt x="1740" y="57641"/>
                    </a:lnTo>
                    <a:lnTo>
                      <a:pt x="1740" y="1"/>
                    </a:lnTo>
                    <a:close/>
                  </a:path>
                </a:pathLst>
              </a:custGeom>
              <a:solidFill>
                <a:srgbClr val="0B0B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10" name="Google Shape;1610;p27"/>
              <p:cNvSpPr/>
              <p:nvPr/>
            </p:nvSpPr>
            <p:spPr>
              <a:xfrm>
                <a:off x="182878" y="2921359"/>
                <a:ext cx="67835" cy="2223646"/>
              </a:xfrm>
              <a:custGeom>
                <a:avLst/>
                <a:gdLst/>
                <a:ahLst/>
                <a:cxnLst/>
                <a:rect l="l" t="t" r="r" b="b"/>
                <a:pathLst>
                  <a:path w="1760" h="57641" extrusionOk="0">
                    <a:moveTo>
                      <a:pt x="0" y="1"/>
                    </a:moveTo>
                    <a:lnTo>
                      <a:pt x="0" y="57641"/>
                    </a:lnTo>
                    <a:lnTo>
                      <a:pt x="1760" y="57641"/>
                    </a:lnTo>
                    <a:lnTo>
                      <a:pt x="1760" y="1"/>
                    </a:lnTo>
                    <a:close/>
                  </a:path>
                </a:pathLst>
              </a:custGeom>
              <a:solidFill>
                <a:srgbClr val="0B0B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11" name="Google Shape;1611;p27"/>
              <p:cNvSpPr/>
              <p:nvPr/>
            </p:nvSpPr>
            <p:spPr>
              <a:xfrm>
                <a:off x="367126" y="2921359"/>
                <a:ext cx="67064" cy="2223646"/>
              </a:xfrm>
              <a:custGeom>
                <a:avLst/>
                <a:gdLst/>
                <a:ahLst/>
                <a:cxnLst/>
                <a:rect l="l" t="t" r="r" b="b"/>
                <a:pathLst>
                  <a:path w="1740" h="57641" extrusionOk="0">
                    <a:moveTo>
                      <a:pt x="0" y="1"/>
                    </a:moveTo>
                    <a:lnTo>
                      <a:pt x="0" y="57641"/>
                    </a:lnTo>
                    <a:lnTo>
                      <a:pt x="1739" y="57641"/>
                    </a:lnTo>
                    <a:lnTo>
                      <a:pt x="1739" y="1"/>
                    </a:lnTo>
                    <a:close/>
                  </a:path>
                </a:pathLst>
              </a:custGeom>
              <a:solidFill>
                <a:srgbClr val="0B0B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12" name="Google Shape;1612;p27"/>
              <p:cNvSpPr/>
              <p:nvPr/>
            </p:nvSpPr>
            <p:spPr>
              <a:xfrm>
                <a:off x="550603" y="2921359"/>
                <a:ext cx="67102" cy="2223646"/>
              </a:xfrm>
              <a:custGeom>
                <a:avLst/>
                <a:gdLst/>
                <a:ahLst/>
                <a:cxnLst/>
                <a:rect l="l" t="t" r="r" b="b"/>
                <a:pathLst>
                  <a:path w="1741" h="57641" extrusionOk="0">
                    <a:moveTo>
                      <a:pt x="1" y="1"/>
                    </a:moveTo>
                    <a:lnTo>
                      <a:pt x="1" y="57641"/>
                    </a:lnTo>
                    <a:lnTo>
                      <a:pt x="1740" y="57641"/>
                    </a:lnTo>
                    <a:lnTo>
                      <a:pt x="1740" y="1"/>
                    </a:lnTo>
                    <a:close/>
                  </a:path>
                </a:pathLst>
              </a:custGeom>
              <a:solidFill>
                <a:srgbClr val="0B0B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13" name="Google Shape;1613;p27"/>
              <p:cNvSpPr/>
              <p:nvPr/>
            </p:nvSpPr>
            <p:spPr>
              <a:xfrm>
                <a:off x="734118" y="2921359"/>
                <a:ext cx="67835" cy="2223646"/>
              </a:xfrm>
              <a:custGeom>
                <a:avLst/>
                <a:gdLst/>
                <a:ahLst/>
                <a:cxnLst/>
                <a:rect l="l" t="t" r="r" b="b"/>
                <a:pathLst>
                  <a:path w="1760" h="57641" extrusionOk="0">
                    <a:moveTo>
                      <a:pt x="0" y="1"/>
                    </a:moveTo>
                    <a:lnTo>
                      <a:pt x="0" y="57641"/>
                    </a:lnTo>
                    <a:lnTo>
                      <a:pt x="1760" y="57641"/>
                    </a:lnTo>
                    <a:lnTo>
                      <a:pt x="1760" y="1"/>
                    </a:lnTo>
                    <a:close/>
                  </a:path>
                </a:pathLst>
              </a:custGeom>
              <a:solidFill>
                <a:srgbClr val="0B0B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14" name="Google Shape;1614;p27"/>
              <p:cNvSpPr/>
              <p:nvPr/>
            </p:nvSpPr>
            <p:spPr>
              <a:xfrm>
                <a:off x="918366" y="2921359"/>
                <a:ext cx="67102" cy="2223646"/>
              </a:xfrm>
              <a:custGeom>
                <a:avLst/>
                <a:gdLst/>
                <a:ahLst/>
                <a:cxnLst/>
                <a:rect l="l" t="t" r="r" b="b"/>
                <a:pathLst>
                  <a:path w="1741" h="57641" extrusionOk="0">
                    <a:moveTo>
                      <a:pt x="1" y="1"/>
                    </a:moveTo>
                    <a:lnTo>
                      <a:pt x="1" y="57641"/>
                    </a:lnTo>
                    <a:lnTo>
                      <a:pt x="1740" y="57641"/>
                    </a:lnTo>
                    <a:lnTo>
                      <a:pt x="1740" y="1"/>
                    </a:lnTo>
                    <a:close/>
                  </a:path>
                </a:pathLst>
              </a:custGeom>
              <a:solidFill>
                <a:srgbClr val="0B0B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15" name="Google Shape;1615;p27"/>
              <p:cNvSpPr/>
              <p:nvPr/>
            </p:nvSpPr>
            <p:spPr>
              <a:xfrm>
                <a:off x="1101881" y="2921359"/>
                <a:ext cx="67873" cy="2223646"/>
              </a:xfrm>
              <a:custGeom>
                <a:avLst/>
                <a:gdLst/>
                <a:ahLst/>
                <a:cxnLst/>
                <a:rect l="l" t="t" r="r" b="b"/>
                <a:pathLst>
                  <a:path w="1761" h="57641" extrusionOk="0">
                    <a:moveTo>
                      <a:pt x="1" y="1"/>
                    </a:moveTo>
                    <a:lnTo>
                      <a:pt x="1" y="57641"/>
                    </a:lnTo>
                    <a:lnTo>
                      <a:pt x="1760" y="57641"/>
                    </a:lnTo>
                    <a:lnTo>
                      <a:pt x="1760" y="1"/>
                    </a:lnTo>
                    <a:close/>
                  </a:path>
                </a:pathLst>
              </a:custGeom>
              <a:solidFill>
                <a:srgbClr val="0B0B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16" name="Google Shape;1616;p27"/>
              <p:cNvSpPr/>
              <p:nvPr/>
            </p:nvSpPr>
            <p:spPr>
              <a:xfrm>
                <a:off x="1286167" y="2921359"/>
                <a:ext cx="67064" cy="2223646"/>
              </a:xfrm>
              <a:custGeom>
                <a:avLst/>
                <a:gdLst/>
                <a:ahLst/>
                <a:cxnLst/>
                <a:rect l="l" t="t" r="r" b="b"/>
                <a:pathLst>
                  <a:path w="1740" h="57641" extrusionOk="0">
                    <a:moveTo>
                      <a:pt x="0" y="1"/>
                    </a:moveTo>
                    <a:lnTo>
                      <a:pt x="0" y="57641"/>
                    </a:lnTo>
                    <a:lnTo>
                      <a:pt x="1740" y="57641"/>
                    </a:lnTo>
                    <a:lnTo>
                      <a:pt x="1740" y="1"/>
                    </a:lnTo>
                    <a:close/>
                  </a:path>
                </a:pathLst>
              </a:custGeom>
              <a:solidFill>
                <a:srgbClr val="0B0B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17" name="Google Shape;1617;p27"/>
              <p:cNvSpPr/>
              <p:nvPr/>
            </p:nvSpPr>
            <p:spPr>
              <a:xfrm>
                <a:off x="1469644" y="2921359"/>
                <a:ext cx="67102" cy="2223646"/>
              </a:xfrm>
              <a:custGeom>
                <a:avLst/>
                <a:gdLst/>
                <a:ahLst/>
                <a:cxnLst/>
                <a:rect l="l" t="t" r="r" b="b"/>
                <a:pathLst>
                  <a:path w="1741" h="57641" extrusionOk="0">
                    <a:moveTo>
                      <a:pt x="1" y="1"/>
                    </a:moveTo>
                    <a:lnTo>
                      <a:pt x="1" y="57641"/>
                    </a:lnTo>
                    <a:lnTo>
                      <a:pt x="1740" y="57641"/>
                    </a:lnTo>
                    <a:lnTo>
                      <a:pt x="1740" y="1"/>
                    </a:lnTo>
                    <a:close/>
                  </a:path>
                </a:pathLst>
              </a:custGeom>
              <a:solidFill>
                <a:srgbClr val="0B0B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18" name="Google Shape;1618;p27"/>
              <p:cNvSpPr/>
              <p:nvPr/>
            </p:nvSpPr>
            <p:spPr>
              <a:xfrm>
                <a:off x="1653159" y="2921359"/>
                <a:ext cx="67835" cy="2223646"/>
              </a:xfrm>
              <a:custGeom>
                <a:avLst/>
                <a:gdLst/>
                <a:ahLst/>
                <a:cxnLst/>
                <a:rect l="l" t="t" r="r" b="b"/>
                <a:pathLst>
                  <a:path w="1760" h="57641" extrusionOk="0">
                    <a:moveTo>
                      <a:pt x="0" y="1"/>
                    </a:moveTo>
                    <a:lnTo>
                      <a:pt x="0" y="57641"/>
                    </a:lnTo>
                    <a:lnTo>
                      <a:pt x="1760" y="57641"/>
                    </a:lnTo>
                    <a:lnTo>
                      <a:pt x="1760" y="1"/>
                    </a:lnTo>
                    <a:close/>
                  </a:path>
                </a:pathLst>
              </a:custGeom>
              <a:solidFill>
                <a:srgbClr val="0B0B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19" name="Google Shape;1619;p27"/>
              <p:cNvSpPr/>
              <p:nvPr/>
            </p:nvSpPr>
            <p:spPr>
              <a:xfrm>
                <a:off x="1837407" y="2921359"/>
                <a:ext cx="67064" cy="2223646"/>
              </a:xfrm>
              <a:custGeom>
                <a:avLst/>
                <a:gdLst/>
                <a:ahLst/>
                <a:cxnLst/>
                <a:rect l="l" t="t" r="r" b="b"/>
                <a:pathLst>
                  <a:path w="1740" h="57641" extrusionOk="0">
                    <a:moveTo>
                      <a:pt x="0" y="1"/>
                    </a:moveTo>
                    <a:lnTo>
                      <a:pt x="0" y="57641"/>
                    </a:lnTo>
                    <a:lnTo>
                      <a:pt x="1739" y="57641"/>
                    </a:lnTo>
                    <a:lnTo>
                      <a:pt x="1739" y="1"/>
                    </a:lnTo>
                    <a:close/>
                  </a:path>
                </a:pathLst>
              </a:custGeom>
              <a:solidFill>
                <a:srgbClr val="0B0B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20" name="Google Shape;1620;p27"/>
              <p:cNvSpPr/>
              <p:nvPr/>
            </p:nvSpPr>
            <p:spPr>
              <a:xfrm>
                <a:off x="2020884" y="2921359"/>
                <a:ext cx="67102" cy="2223646"/>
              </a:xfrm>
              <a:custGeom>
                <a:avLst/>
                <a:gdLst/>
                <a:ahLst/>
                <a:cxnLst/>
                <a:rect l="l" t="t" r="r" b="b"/>
                <a:pathLst>
                  <a:path w="1741" h="57641" extrusionOk="0">
                    <a:moveTo>
                      <a:pt x="1" y="1"/>
                    </a:moveTo>
                    <a:lnTo>
                      <a:pt x="1" y="57641"/>
                    </a:lnTo>
                    <a:lnTo>
                      <a:pt x="1740" y="57641"/>
                    </a:lnTo>
                    <a:lnTo>
                      <a:pt x="1740" y="1"/>
                    </a:lnTo>
                    <a:close/>
                  </a:path>
                </a:pathLst>
              </a:custGeom>
              <a:solidFill>
                <a:srgbClr val="0B0B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21" name="Google Shape;1621;p27"/>
              <p:cNvSpPr/>
              <p:nvPr/>
            </p:nvSpPr>
            <p:spPr>
              <a:xfrm>
                <a:off x="2204399" y="2921359"/>
                <a:ext cx="67835" cy="2223646"/>
              </a:xfrm>
              <a:custGeom>
                <a:avLst/>
                <a:gdLst/>
                <a:ahLst/>
                <a:cxnLst/>
                <a:rect l="l" t="t" r="r" b="b"/>
                <a:pathLst>
                  <a:path w="1760" h="57641" extrusionOk="0">
                    <a:moveTo>
                      <a:pt x="0" y="1"/>
                    </a:moveTo>
                    <a:lnTo>
                      <a:pt x="0" y="57641"/>
                    </a:lnTo>
                    <a:lnTo>
                      <a:pt x="1760" y="57641"/>
                    </a:lnTo>
                    <a:lnTo>
                      <a:pt x="1760" y="1"/>
                    </a:lnTo>
                    <a:close/>
                  </a:path>
                </a:pathLst>
              </a:custGeom>
              <a:solidFill>
                <a:srgbClr val="0B0B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22" name="Google Shape;1622;p27"/>
              <p:cNvSpPr/>
              <p:nvPr/>
            </p:nvSpPr>
            <p:spPr>
              <a:xfrm>
                <a:off x="2388647" y="2921359"/>
                <a:ext cx="67102" cy="2223646"/>
              </a:xfrm>
              <a:custGeom>
                <a:avLst/>
                <a:gdLst/>
                <a:ahLst/>
                <a:cxnLst/>
                <a:rect l="l" t="t" r="r" b="b"/>
                <a:pathLst>
                  <a:path w="1741" h="57641" extrusionOk="0">
                    <a:moveTo>
                      <a:pt x="1" y="1"/>
                    </a:moveTo>
                    <a:lnTo>
                      <a:pt x="1" y="57641"/>
                    </a:lnTo>
                    <a:lnTo>
                      <a:pt x="1740" y="57641"/>
                    </a:lnTo>
                    <a:lnTo>
                      <a:pt x="1740" y="1"/>
                    </a:lnTo>
                    <a:close/>
                  </a:path>
                </a:pathLst>
              </a:custGeom>
              <a:solidFill>
                <a:srgbClr val="0B0B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23" name="Google Shape;1623;p27"/>
              <p:cNvSpPr/>
              <p:nvPr/>
            </p:nvSpPr>
            <p:spPr>
              <a:xfrm>
                <a:off x="2572162" y="2921359"/>
                <a:ext cx="67873" cy="2223646"/>
              </a:xfrm>
              <a:custGeom>
                <a:avLst/>
                <a:gdLst/>
                <a:ahLst/>
                <a:cxnLst/>
                <a:rect l="l" t="t" r="r" b="b"/>
                <a:pathLst>
                  <a:path w="1761" h="57641" extrusionOk="0">
                    <a:moveTo>
                      <a:pt x="1" y="1"/>
                    </a:moveTo>
                    <a:lnTo>
                      <a:pt x="1" y="57641"/>
                    </a:lnTo>
                    <a:lnTo>
                      <a:pt x="1760" y="57641"/>
                    </a:lnTo>
                    <a:lnTo>
                      <a:pt x="1760" y="1"/>
                    </a:lnTo>
                    <a:close/>
                  </a:path>
                </a:pathLst>
              </a:custGeom>
              <a:solidFill>
                <a:srgbClr val="0B0B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24" name="Google Shape;1624;p27"/>
              <p:cNvSpPr/>
              <p:nvPr/>
            </p:nvSpPr>
            <p:spPr>
              <a:xfrm>
                <a:off x="2756448" y="2921359"/>
                <a:ext cx="67064" cy="2223646"/>
              </a:xfrm>
              <a:custGeom>
                <a:avLst/>
                <a:gdLst/>
                <a:ahLst/>
                <a:cxnLst/>
                <a:rect l="l" t="t" r="r" b="b"/>
                <a:pathLst>
                  <a:path w="1740" h="57641" extrusionOk="0">
                    <a:moveTo>
                      <a:pt x="0" y="1"/>
                    </a:moveTo>
                    <a:lnTo>
                      <a:pt x="0" y="57641"/>
                    </a:lnTo>
                    <a:lnTo>
                      <a:pt x="1740" y="57641"/>
                    </a:lnTo>
                    <a:lnTo>
                      <a:pt x="1740" y="1"/>
                    </a:lnTo>
                    <a:close/>
                  </a:path>
                </a:pathLst>
              </a:custGeom>
              <a:solidFill>
                <a:srgbClr val="0B0B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25" name="Google Shape;1625;p27"/>
              <p:cNvSpPr/>
              <p:nvPr/>
            </p:nvSpPr>
            <p:spPr>
              <a:xfrm>
                <a:off x="2939925" y="2921359"/>
                <a:ext cx="67873" cy="2223646"/>
              </a:xfrm>
              <a:custGeom>
                <a:avLst/>
                <a:gdLst/>
                <a:ahLst/>
                <a:cxnLst/>
                <a:rect l="l" t="t" r="r" b="b"/>
                <a:pathLst>
                  <a:path w="1761" h="57641" extrusionOk="0">
                    <a:moveTo>
                      <a:pt x="1" y="1"/>
                    </a:moveTo>
                    <a:lnTo>
                      <a:pt x="1" y="57641"/>
                    </a:lnTo>
                    <a:lnTo>
                      <a:pt x="1760" y="57641"/>
                    </a:lnTo>
                    <a:lnTo>
                      <a:pt x="1760" y="1"/>
                    </a:lnTo>
                    <a:close/>
                  </a:path>
                </a:pathLst>
              </a:custGeom>
              <a:solidFill>
                <a:srgbClr val="0B0B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26" name="Google Shape;1626;p27"/>
              <p:cNvSpPr/>
              <p:nvPr/>
            </p:nvSpPr>
            <p:spPr>
              <a:xfrm>
                <a:off x="3124211" y="2921359"/>
                <a:ext cx="67064" cy="2223646"/>
              </a:xfrm>
              <a:custGeom>
                <a:avLst/>
                <a:gdLst/>
                <a:ahLst/>
                <a:cxnLst/>
                <a:rect l="l" t="t" r="r" b="b"/>
                <a:pathLst>
                  <a:path w="1740" h="57641" extrusionOk="0">
                    <a:moveTo>
                      <a:pt x="0" y="1"/>
                    </a:moveTo>
                    <a:lnTo>
                      <a:pt x="0" y="57641"/>
                    </a:lnTo>
                    <a:lnTo>
                      <a:pt x="1740" y="57641"/>
                    </a:lnTo>
                    <a:lnTo>
                      <a:pt x="1740" y="1"/>
                    </a:lnTo>
                    <a:close/>
                  </a:path>
                </a:pathLst>
              </a:custGeom>
              <a:solidFill>
                <a:srgbClr val="0B0B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grpSp>
        <p:nvGrpSpPr>
          <p:cNvPr id="1627" name="Google Shape;1627;p27"/>
          <p:cNvGrpSpPr/>
          <p:nvPr/>
        </p:nvGrpSpPr>
        <p:grpSpPr>
          <a:xfrm>
            <a:off x="960000" y="720000"/>
            <a:ext cx="10373600" cy="5520800"/>
            <a:chOff x="720000" y="540000"/>
            <a:chExt cx="7780200" cy="4140600"/>
          </a:xfrm>
        </p:grpSpPr>
        <p:sp>
          <p:nvSpPr>
            <p:cNvPr id="1628" name="Google Shape;1628;p27"/>
            <p:cNvSpPr/>
            <p:nvPr/>
          </p:nvSpPr>
          <p:spPr>
            <a:xfrm>
              <a:off x="796200" y="616200"/>
              <a:ext cx="7704000" cy="40644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29" name="Google Shape;1629;p27"/>
            <p:cNvSpPr/>
            <p:nvPr/>
          </p:nvSpPr>
          <p:spPr>
            <a:xfrm>
              <a:off x="720000" y="540000"/>
              <a:ext cx="7704000" cy="40644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630" name="Google Shape;1630;p27"/>
          <p:cNvSpPr txBox="1">
            <a:spLocks noGrp="1"/>
          </p:cNvSpPr>
          <p:nvPr>
            <p:ph type="title"/>
          </p:nvPr>
        </p:nvSpPr>
        <p:spPr>
          <a:xfrm>
            <a:off x="960000" y="1037500"/>
            <a:ext cx="10272000" cy="85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4267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 sz="4267"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 sz="4267"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 sz="4267"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 sz="4267"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 sz="4267"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 sz="4267"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 sz="4267"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 sz="4267"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631" name="Google Shape;1631;p27"/>
          <p:cNvSpPr txBox="1">
            <a:spLocks noGrp="1"/>
          </p:cNvSpPr>
          <p:nvPr>
            <p:ph type="body" idx="1"/>
          </p:nvPr>
        </p:nvSpPr>
        <p:spPr>
          <a:xfrm>
            <a:off x="1490108" y="2316617"/>
            <a:ext cx="4336000" cy="329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67"/>
            </a:lvl1pPr>
            <a:lvl2pPr marL="1219170" lvl="1" indent="-423323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rtl="0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rtl="0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rtl="0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32" name="Google Shape;1632;p27"/>
          <p:cNvSpPr txBox="1">
            <a:spLocks noGrp="1"/>
          </p:cNvSpPr>
          <p:nvPr>
            <p:ph type="body" idx="2"/>
          </p:nvPr>
        </p:nvSpPr>
        <p:spPr>
          <a:xfrm>
            <a:off x="6365892" y="2316617"/>
            <a:ext cx="4336000" cy="329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67"/>
            </a:lvl1pPr>
            <a:lvl2pPr marL="1219170" lvl="1" indent="-423323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rtl="0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rtl="0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rtl="0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5261206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1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4" name="Google Shape;1634;p28"/>
          <p:cNvGrpSpPr/>
          <p:nvPr/>
        </p:nvGrpSpPr>
        <p:grpSpPr>
          <a:xfrm>
            <a:off x="0" y="-125518"/>
            <a:ext cx="12192067" cy="6988719"/>
            <a:chOff x="0" y="-94139"/>
            <a:chExt cx="9144050" cy="5241539"/>
          </a:xfrm>
        </p:grpSpPr>
        <p:grpSp>
          <p:nvGrpSpPr>
            <p:cNvPr id="1635" name="Google Shape;1635;p28"/>
            <p:cNvGrpSpPr/>
            <p:nvPr/>
          </p:nvGrpSpPr>
          <p:grpSpPr>
            <a:xfrm>
              <a:off x="3170025" y="-1144"/>
              <a:ext cx="5973825" cy="5147286"/>
              <a:chOff x="3170025" y="-1144"/>
              <a:chExt cx="5973825" cy="5147286"/>
            </a:xfrm>
          </p:grpSpPr>
          <p:sp>
            <p:nvSpPr>
              <p:cNvPr id="1636" name="Google Shape;1636;p28"/>
              <p:cNvSpPr/>
              <p:nvPr/>
            </p:nvSpPr>
            <p:spPr>
              <a:xfrm>
                <a:off x="9143811" y="-1138"/>
                <a:ext cx="39" cy="5147280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37" name="Google Shape;1637;p28"/>
              <p:cNvSpPr/>
              <p:nvPr/>
            </p:nvSpPr>
            <p:spPr>
              <a:xfrm>
                <a:off x="3170032" y="285608"/>
                <a:ext cx="5972276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0"/>
                    </a:moveTo>
                    <a:lnTo>
                      <a:pt x="154953" y="0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38" name="Google Shape;1638;p28"/>
              <p:cNvSpPr/>
              <p:nvPr/>
            </p:nvSpPr>
            <p:spPr>
              <a:xfrm>
                <a:off x="3170025" y="-1140"/>
                <a:ext cx="39" cy="858603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39" name="Google Shape;1639;p28"/>
              <p:cNvSpPr/>
              <p:nvPr/>
            </p:nvSpPr>
            <p:spPr>
              <a:xfrm>
                <a:off x="3454199" y="-1140"/>
                <a:ext cx="39" cy="858603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40" name="Google Shape;1640;p28"/>
              <p:cNvSpPr/>
              <p:nvPr/>
            </p:nvSpPr>
            <p:spPr>
              <a:xfrm>
                <a:off x="3739143" y="-1140"/>
                <a:ext cx="39" cy="858603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41" name="Google Shape;1641;p28"/>
              <p:cNvSpPr/>
              <p:nvPr/>
            </p:nvSpPr>
            <p:spPr>
              <a:xfrm>
                <a:off x="4023317" y="-1140"/>
                <a:ext cx="39" cy="858603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42" name="Google Shape;1642;p28"/>
              <p:cNvSpPr/>
              <p:nvPr/>
            </p:nvSpPr>
            <p:spPr>
              <a:xfrm>
                <a:off x="4308262" y="-1140"/>
                <a:ext cx="39" cy="858603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43" name="Google Shape;1643;p28"/>
              <p:cNvSpPr/>
              <p:nvPr/>
            </p:nvSpPr>
            <p:spPr>
              <a:xfrm>
                <a:off x="4592436" y="-1140"/>
                <a:ext cx="39" cy="858603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44" name="Google Shape;1644;p28"/>
              <p:cNvSpPr/>
              <p:nvPr/>
            </p:nvSpPr>
            <p:spPr>
              <a:xfrm>
                <a:off x="4876609" y="-1140"/>
                <a:ext cx="39" cy="858603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45" name="Google Shape;1645;p28"/>
              <p:cNvSpPr/>
              <p:nvPr/>
            </p:nvSpPr>
            <p:spPr>
              <a:xfrm>
                <a:off x="5161515" y="-1140"/>
                <a:ext cx="39" cy="858603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46" name="Google Shape;1646;p28"/>
              <p:cNvSpPr/>
              <p:nvPr/>
            </p:nvSpPr>
            <p:spPr>
              <a:xfrm>
                <a:off x="5445728" y="-1140"/>
                <a:ext cx="0" cy="858603"/>
              </a:xfrm>
              <a:custGeom>
                <a:avLst/>
                <a:gdLst/>
                <a:ahLst/>
                <a:cxnLst/>
                <a:rect l="l" t="t" r="r" b="b"/>
                <a:pathLst>
                  <a:path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47" name="Google Shape;1647;p28"/>
              <p:cNvSpPr/>
              <p:nvPr/>
            </p:nvSpPr>
            <p:spPr>
              <a:xfrm>
                <a:off x="5730634" y="-1140"/>
                <a:ext cx="39" cy="858603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48" name="Google Shape;1648;p28"/>
              <p:cNvSpPr/>
              <p:nvPr/>
            </p:nvSpPr>
            <p:spPr>
              <a:xfrm>
                <a:off x="6014808" y="-1140"/>
                <a:ext cx="39" cy="858603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49" name="Google Shape;1649;p28"/>
              <p:cNvSpPr/>
              <p:nvPr/>
            </p:nvSpPr>
            <p:spPr>
              <a:xfrm>
                <a:off x="6298981" y="-1140"/>
                <a:ext cx="39" cy="858603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50" name="Google Shape;1650;p28"/>
              <p:cNvSpPr/>
              <p:nvPr/>
            </p:nvSpPr>
            <p:spPr>
              <a:xfrm>
                <a:off x="6583926" y="-1140"/>
                <a:ext cx="39" cy="858603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51" name="Google Shape;1651;p28"/>
              <p:cNvSpPr/>
              <p:nvPr/>
            </p:nvSpPr>
            <p:spPr>
              <a:xfrm>
                <a:off x="6868100" y="-1140"/>
                <a:ext cx="39" cy="858603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52" name="Google Shape;1652;p28"/>
              <p:cNvSpPr/>
              <p:nvPr/>
            </p:nvSpPr>
            <p:spPr>
              <a:xfrm>
                <a:off x="7152273" y="-1140"/>
                <a:ext cx="39" cy="858603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53" name="Google Shape;1653;p28"/>
              <p:cNvSpPr/>
              <p:nvPr/>
            </p:nvSpPr>
            <p:spPr>
              <a:xfrm>
                <a:off x="7437218" y="-1140"/>
                <a:ext cx="39" cy="858603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54" name="Google Shape;1654;p28"/>
              <p:cNvSpPr/>
              <p:nvPr/>
            </p:nvSpPr>
            <p:spPr>
              <a:xfrm>
                <a:off x="7721392" y="-1140"/>
                <a:ext cx="39" cy="858603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55" name="Google Shape;1655;p28"/>
              <p:cNvSpPr/>
              <p:nvPr/>
            </p:nvSpPr>
            <p:spPr>
              <a:xfrm>
                <a:off x="8006336" y="-1140"/>
                <a:ext cx="39" cy="858603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56" name="Google Shape;1656;p28"/>
              <p:cNvSpPr/>
              <p:nvPr/>
            </p:nvSpPr>
            <p:spPr>
              <a:xfrm>
                <a:off x="8290525" y="-1144"/>
                <a:ext cx="39" cy="2572139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57" name="Google Shape;1657;p28"/>
              <p:cNvSpPr/>
              <p:nvPr/>
            </p:nvSpPr>
            <p:spPr>
              <a:xfrm>
                <a:off x="8574695" y="-1144"/>
                <a:ext cx="39" cy="2572139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58" name="Google Shape;1658;p28"/>
              <p:cNvSpPr/>
              <p:nvPr/>
            </p:nvSpPr>
            <p:spPr>
              <a:xfrm>
                <a:off x="8859636" y="-1144"/>
                <a:ext cx="39" cy="2572139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59" name="Google Shape;1659;p28"/>
              <p:cNvSpPr/>
              <p:nvPr/>
            </p:nvSpPr>
            <p:spPr>
              <a:xfrm>
                <a:off x="8290557" y="2573261"/>
                <a:ext cx="851854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1"/>
                    </a:moveTo>
                    <a:lnTo>
                      <a:pt x="154953" y="1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60" name="Google Shape;1660;p28"/>
              <p:cNvSpPr/>
              <p:nvPr/>
            </p:nvSpPr>
            <p:spPr>
              <a:xfrm>
                <a:off x="8290557" y="2287322"/>
                <a:ext cx="851854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0"/>
                    </a:moveTo>
                    <a:lnTo>
                      <a:pt x="154953" y="0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61" name="Google Shape;1661;p28"/>
              <p:cNvSpPr/>
              <p:nvPr/>
            </p:nvSpPr>
            <p:spPr>
              <a:xfrm>
                <a:off x="8290557" y="2001345"/>
                <a:ext cx="851854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0"/>
                    </a:moveTo>
                    <a:lnTo>
                      <a:pt x="154953" y="0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62" name="Google Shape;1662;p28"/>
              <p:cNvSpPr/>
              <p:nvPr/>
            </p:nvSpPr>
            <p:spPr>
              <a:xfrm>
                <a:off x="8290557" y="1715367"/>
                <a:ext cx="851854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1"/>
                    </a:moveTo>
                    <a:lnTo>
                      <a:pt x="154953" y="1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63" name="Google Shape;1663;p28"/>
              <p:cNvSpPr/>
              <p:nvPr/>
            </p:nvSpPr>
            <p:spPr>
              <a:xfrm>
                <a:off x="8290557" y="1429428"/>
                <a:ext cx="851854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0"/>
                    </a:moveTo>
                    <a:lnTo>
                      <a:pt x="154953" y="0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64" name="Google Shape;1664;p28"/>
              <p:cNvSpPr/>
              <p:nvPr/>
            </p:nvSpPr>
            <p:spPr>
              <a:xfrm>
                <a:off x="8290557" y="1143450"/>
                <a:ext cx="851854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1"/>
                    </a:moveTo>
                    <a:lnTo>
                      <a:pt x="154953" y="1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65" name="Google Shape;1665;p28"/>
              <p:cNvSpPr/>
              <p:nvPr/>
            </p:nvSpPr>
            <p:spPr>
              <a:xfrm>
                <a:off x="3170032" y="857520"/>
                <a:ext cx="5972276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0"/>
                    </a:moveTo>
                    <a:lnTo>
                      <a:pt x="154953" y="0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66" name="Google Shape;1666;p28"/>
              <p:cNvSpPr/>
              <p:nvPr/>
            </p:nvSpPr>
            <p:spPr>
              <a:xfrm>
                <a:off x="3170032" y="571545"/>
                <a:ext cx="5972276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1"/>
                    </a:moveTo>
                    <a:lnTo>
                      <a:pt x="154953" y="1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1667" name="Google Shape;1667;p28"/>
            <p:cNvGrpSpPr/>
            <p:nvPr/>
          </p:nvGrpSpPr>
          <p:grpSpPr>
            <a:xfrm>
              <a:off x="798150" y="-94139"/>
              <a:ext cx="2950743" cy="1121088"/>
              <a:chOff x="798150" y="-94139"/>
              <a:chExt cx="2950743" cy="1121088"/>
            </a:xfrm>
          </p:grpSpPr>
          <p:sp>
            <p:nvSpPr>
              <p:cNvPr id="1668" name="Google Shape;1668;p28"/>
              <p:cNvSpPr/>
              <p:nvPr/>
            </p:nvSpPr>
            <p:spPr>
              <a:xfrm>
                <a:off x="798150" y="-25"/>
                <a:ext cx="2950737" cy="1026974"/>
              </a:xfrm>
              <a:custGeom>
                <a:avLst/>
                <a:gdLst/>
                <a:ahLst/>
                <a:cxnLst/>
                <a:rect l="l" t="t" r="r" b="b"/>
                <a:pathLst>
                  <a:path w="76558" h="44477" extrusionOk="0">
                    <a:moveTo>
                      <a:pt x="1" y="1"/>
                    </a:moveTo>
                    <a:lnTo>
                      <a:pt x="1" y="44476"/>
                    </a:lnTo>
                    <a:lnTo>
                      <a:pt x="76558" y="44476"/>
                    </a:lnTo>
                    <a:lnTo>
                      <a:pt x="76558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69" name="Google Shape;1669;p28"/>
              <p:cNvSpPr/>
              <p:nvPr/>
            </p:nvSpPr>
            <p:spPr>
              <a:xfrm>
                <a:off x="798157" y="463306"/>
                <a:ext cx="2950737" cy="146440"/>
              </a:xfrm>
              <a:custGeom>
                <a:avLst/>
                <a:gdLst/>
                <a:ahLst/>
                <a:cxnLst/>
                <a:rect l="l" t="t" r="r" b="b"/>
                <a:pathLst>
                  <a:path w="76558" h="3796" fill="none" extrusionOk="0">
                    <a:moveTo>
                      <a:pt x="76558" y="3795"/>
                    </a:moveTo>
                    <a:lnTo>
                      <a:pt x="66991" y="0"/>
                    </a:lnTo>
                    <a:lnTo>
                      <a:pt x="57423" y="3795"/>
                    </a:lnTo>
                    <a:lnTo>
                      <a:pt x="47856" y="0"/>
                    </a:lnTo>
                    <a:lnTo>
                      <a:pt x="38289" y="3795"/>
                    </a:lnTo>
                    <a:lnTo>
                      <a:pt x="28722" y="0"/>
                    </a:lnTo>
                    <a:lnTo>
                      <a:pt x="19155" y="3795"/>
                    </a:lnTo>
                    <a:lnTo>
                      <a:pt x="9588" y="0"/>
                    </a:lnTo>
                    <a:lnTo>
                      <a:pt x="1" y="3795"/>
                    </a:lnTo>
                  </a:path>
                </a:pathLst>
              </a:custGeom>
              <a:noFill/>
              <a:ln w="76200" cap="flat" cmpd="sng">
                <a:solidFill>
                  <a:srgbClr val="0B0B0B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70" name="Google Shape;1670;p28"/>
              <p:cNvSpPr/>
              <p:nvPr/>
            </p:nvSpPr>
            <p:spPr>
              <a:xfrm>
                <a:off x="798157" y="741643"/>
                <a:ext cx="2950737" cy="146440"/>
              </a:xfrm>
              <a:custGeom>
                <a:avLst/>
                <a:gdLst/>
                <a:ahLst/>
                <a:cxnLst/>
                <a:rect l="l" t="t" r="r" b="b"/>
                <a:pathLst>
                  <a:path w="76558" h="3796" fill="none" extrusionOk="0">
                    <a:moveTo>
                      <a:pt x="76558" y="3795"/>
                    </a:moveTo>
                    <a:lnTo>
                      <a:pt x="66991" y="0"/>
                    </a:lnTo>
                    <a:lnTo>
                      <a:pt x="57423" y="3795"/>
                    </a:lnTo>
                    <a:lnTo>
                      <a:pt x="47856" y="0"/>
                    </a:lnTo>
                    <a:lnTo>
                      <a:pt x="38289" y="3795"/>
                    </a:lnTo>
                    <a:lnTo>
                      <a:pt x="28722" y="0"/>
                    </a:lnTo>
                    <a:lnTo>
                      <a:pt x="19155" y="3795"/>
                    </a:lnTo>
                    <a:lnTo>
                      <a:pt x="9588" y="0"/>
                    </a:lnTo>
                    <a:lnTo>
                      <a:pt x="1" y="3795"/>
                    </a:lnTo>
                  </a:path>
                </a:pathLst>
              </a:custGeom>
              <a:noFill/>
              <a:ln w="76200" cap="flat" cmpd="sng">
                <a:solidFill>
                  <a:srgbClr val="0B0B0B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71" name="Google Shape;1671;p28"/>
              <p:cNvSpPr/>
              <p:nvPr/>
            </p:nvSpPr>
            <p:spPr>
              <a:xfrm>
                <a:off x="798157" y="184198"/>
                <a:ext cx="2950737" cy="147212"/>
              </a:xfrm>
              <a:custGeom>
                <a:avLst/>
                <a:gdLst/>
                <a:ahLst/>
                <a:cxnLst/>
                <a:rect l="l" t="t" r="r" b="b"/>
                <a:pathLst>
                  <a:path w="76558" h="3816" fill="none" extrusionOk="0">
                    <a:moveTo>
                      <a:pt x="76558" y="3816"/>
                    </a:moveTo>
                    <a:lnTo>
                      <a:pt x="66991" y="1"/>
                    </a:lnTo>
                    <a:lnTo>
                      <a:pt x="57423" y="3816"/>
                    </a:lnTo>
                    <a:lnTo>
                      <a:pt x="47856" y="1"/>
                    </a:lnTo>
                    <a:lnTo>
                      <a:pt x="38289" y="3816"/>
                    </a:lnTo>
                    <a:lnTo>
                      <a:pt x="28722" y="1"/>
                    </a:lnTo>
                    <a:lnTo>
                      <a:pt x="19155" y="3816"/>
                    </a:lnTo>
                    <a:lnTo>
                      <a:pt x="9588" y="1"/>
                    </a:lnTo>
                    <a:lnTo>
                      <a:pt x="1" y="3816"/>
                    </a:lnTo>
                  </a:path>
                </a:pathLst>
              </a:custGeom>
              <a:noFill/>
              <a:ln w="76200" cap="flat" cmpd="sng">
                <a:solidFill>
                  <a:srgbClr val="0B0B0B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72" name="Google Shape;1672;p28"/>
              <p:cNvSpPr/>
              <p:nvPr/>
            </p:nvSpPr>
            <p:spPr>
              <a:xfrm>
                <a:off x="798157" y="-94139"/>
                <a:ext cx="2950737" cy="146440"/>
              </a:xfrm>
              <a:custGeom>
                <a:avLst/>
                <a:gdLst/>
                <a:ahLst/>
                <a:cxnLst/>
                <a:rect l="l" t="t" r="r" b="b"/>
                <a:pathLst>
                  <a:path w="76558" h="3796" fill="none" extrusionOk="0">
                    <a:moveTo>
                      <a:pt x="76558" y="3796"/>
                    </a:moveTo>
                    <a:lnTo>
                      <a:pt x="66991" y="1"/>
                    </a:lnTo>
                    <a:lnTo>
                      <a:pt x="57423" y="3796"/>
                    </a:lnTo>
                    <a:lnTo>
                      <a:pt x="47856" y="1"/>
                    </a:lnTo>
                    <a:lnTo>
                      <a:pt x="38289" y="3796"/>
                    </a:lnTo>
                    <a:lnTo>
                      <a:pt x="28722" y="1"/>
                    </a:lnTo>
                    <a:lnTo>
                      <a:pt x="19155" y="3796"/>
                    </a:lnTo>
                    <a:lnTo>
                      <a:pt x="9588" y="1"/>
                    </a:lnTo>
                    <a:lnTo>
                      <a:pt x="1" y="3796"/>
                    </a:lnTo>
                  </a:path>
                </a:pathLst>
              </a:custGeom>
              <a:noFill/>
              <a:ln w="76200" cap="flat" cmpd="sng">
                <a:solidFill>
                  <a:srgbClr val="0B0B0B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1673" name="Google Shape;1673;p28"/>
            <p:cNvGrpSpPr/>
            <p:nvPr/>
          </p:nvGrpSpPr>
          <p:grpSpPr>
            <a:xfrm>
              <a:off x="620425" y="4303022"/>
              <a:ext cx="7955100" cy="838203"/>
              <a:chOff x="594450" y="4288243"/>
              <a:chExt cx="7955100" cy="857936"/>
            </a:xfrm>
          </p:grpSpPr>
          <p:sp>
            <p:nvSpPr>
              <p:cNvPr id="1674" name="Google Shape;1674;p28"/>
              <p:cNvSpPr/>
              <p:nvPr/>
            </p:nvSpPr>
            <p:spPr>
              <a:xfrm>
                <a:off x="8549511" y="4288243"/>
                <a:ext cx="39" cy="857936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75" name="Google Shape;1675;p28"/>
              <p:cNvSpPr/>
              <p:nvPr/>
            </p:nvSpPr>
            <p:spPr>
              <a:xfrm>
                <a:off x="2583225" y="4288243"/>
                <a:ext cx="39" cy="857936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76" name="Google Shape;1676;p28"/>
              <p:cNvSpPr/>
              <p:nvPr/>
            </p:nvSpPr>
            <p:spPr>
              <a:xfrm>
                <a:off x="2867336" y="4288243"/>
                <a:ext cx="39" cy="857936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77" name="Google Shape;1677;p28"/>
              <p:cNvSpPr/>
              <p:nvPr/>
            </p:nvSpPr>
            <p:spPr>
              <a:xfrm>
                <a:off x="3151446" y="4288243"/>
                <a:ext cx="39" cy="857936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78" name="Google Shape;1678;p28"/>
              <p:cNvSpPr/>
              <p:nvPr/>
            </p:nvSpPr>
            <p:spPr>
              <a:xfrm>
                <a:off x="3435557" y="4288243"/>
                <a:ext cx="39" cy="857936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79" name="Google Shape;1679;p28"/>
              <p:cNvSpPr/>
              <p:nvPr/>
            </p:nvSpPr>
            <p:spPr>
              <a:xfrm>
                <a:off x="3719668" y="4288243"/>
                <a:ext cx="39" cy="857936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80" name="Google Shape;1680;p28"/>
              <p:cNvSpPr/>
              <p:nvPr/>
            </p:nvSpPr>
            <p:spPr>
              <a:xfrm>
                <a:off x="4003779" y="4288243"/>
                <a:ext cx="39" cy="857936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81" name="Google Shape;1681;p28"/>
              <p:cNvSpPr/>
              <p:nvPr/>
            </p:nvSpPr>
            <p:spPr>
              <a:xfrm>
                <a:off x="4287889" y="4288243"/>
                <a:ext cx="39" cy="857936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82" name="Google Shape;1682;p28"/>
              <p:cNvSpPr/>
              <p:nvPr/>
            </p:nvSpPr>
            <p:spPr>
              <a:xfrm>
                <a:off x="4572000" y="4288243"/>
                <a:ext cx="39" cy="857936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83" name="Google Shape;1683;p28"/>
              <p:cNvSpPr/>
              <p:nvPr/>
            </p:nvSpPr>
            <p:spPr>
              <a:xfrm>
                <a:off x="4856111" y="4288243"/>
                <a:ext cx="0" cy="857936"/>
              </a:xfrm>
              <a:custGeom>
                <a:avLst/>
                <a:gdLst/>
                <a:ahLst/>
                <a:cxnLst/>
                <a:rect l="l" t="t" r="r" b="b"/>
                <a:pathLst>
                  <a:path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84" name="Google Shape;1684;p28"/>
              <p:cNvSpPr/>
              <p:nvPr/>
            </p:nvSpPr>
            <p:spPr>
              <a:xfrm>
                <a:off x="5140183" y="4288243"/>
                <a:ext cx="39" cy="857936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85" name="Google Shape;1685;p28"/>
              <p:cNvSpPr/>
              <p:nvPr/>
            </p:nvSpPr>
            <p:spPr>
              <a:xfrm>
                <a:off x="5424294" y="4288243"/>
                <a:ext cx="39" cy="857936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86" name="Google Shape;1686;p28"/>
              <p:cNvSpPr/>
              <p:nvPr/>
            </p:nvSpPr>
            <p:spPr>
              <a:xfrm>
                <a:off x="5708404" y="4288243"/>
                <a:ext cx="39" cy="857936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87" name="Google Shape;1687;p28"/>
              <p:cNvSpPr/>
              <p:nvPr/>
            </p:nvSpPr>
            <p:spPr>
              <a:xfrm>
                <a:off x="5992515" y="4288243"/>
                <a:ext cx="39" cy="857936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88" name="Google Shape;1688;p28"/>
              <p:cNvSpPr/>
              <p:nvPr/>
            </p:nvSpPr>
            <p:spPr>
              <a:xfrm>
                <a:off x="6276626" y="4288243"/>
                <a:ext cx="39" cy="857936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89" name="Google Shape;1689;p28"/>
              <p:cNvSpPr/>
              <p:nvPr/>
            </p:nvSpPr>
            <p:spPr>
              <a:xfrm>
                <a:off x="6560736" y="4288243"/>
                <a:ext cx="39" cy="857936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90" name="Google Shape;1690;p28"/>
              <p:cNvSpPr/>
              <p:nvPr/>
            </p:nvSpPr>
            <p:spPr>
              <a:xfrm>
                <a:off x="6844847" y="4288243"/>
                <a:ext cx="39" cy="857936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91" name="Google Shape;1691;p28"/>
              <p:cNvSpPr/>
              <p:nvPr/>
            </p:nvSpPr>
            <p:spPr>
              <a:xfrm>
                <a:off x="7128958" y="4288243"/>
                <a:ext cx="39" cy="857936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92" name="Google Shape;1692;p28"/>
              <p:cNvSpPr/>
              <p:nvPr/>
            </p:nvSpPr>
            <p:spPr>
              <a:xfrm>
                <a:off x="7413069" y="4288243"/>
                <a:ext cx="39" cy="857936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93" name="Google Shape;1693;p28"/>
              <p:cNvSpPr/>
              <p:nvPr/>
            </p:nvSpPr>
            <p:spPr>
              <a:xfrm>
                <a:off x="7697179" y="4288243"/>
                <a:ext cx="39" cy="857936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94" name="Google Shape;1694;p28"/>
              <p:cNvSpPr/>
              <p:nvPr/>
            </p:nvSpPr>
            <p:spPr>
              <a:xfrm>
                <a:off x="7981290" y="4288243"/>
                <a:ext cx="39" cy="857936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1" y="1"/>
                    </a:moveTo>
                    <a:lnTo>
                      <a:pt x="1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95" name="Google Shape;1695;p28"/>
              <p:cNvSpPr/>
              <p:nvPr/>
            </p:nvSpPr>
            <p:spPr>
              <a:xfrm>
                <a:off x="8265401" y="4288243"/>
                <a:ext cx="39" cy="857936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96" name="Google Shape;1696;p28"/>
              <p:cNvSpPr/>
              <p:nvPr/>
            </p:nvSpPr>
            <p:spPr>
              <a:xfrm>
                <a:off x="594497" y="4860161"/>
                <a:ext cx="7953350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0"/>
                    </a:moveTo>
                    <a:lnTo>
                      <a:pt x="154953" y="0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97" name="Google Shape;1697;p28"/>
              <p:cNvSpPr/>
              <p:nvPr/>
            </p:nvSpPr>
            <p:spPr>
              <a:xfrm>
                <a:off x="594497" y="4574186"/>
                <a:ext cx="7953350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1"/>
                    </a:moveTo>
                    <a:lnTo>
                      <a:pt x="154953" y="1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98" name="Google Shape;1698;p28"/>
              <p:cNvSpPr/>
              <p:nvPr/>
            </p:nvSpPr>
            <p:spPr>
              <a:xfrm>
                <a:off x="594450" y="4288243"/>
                <a:ext cx="39" cy="857936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99" name="Google Shape;1699;p28"/>
              <p:cNvSpPr/>
              <p:nvPr/>
            </p:nvSpPr>
            <p:spPr>
              <a:xfrm>
                <a:off x="878561" y="4288243"/>
                <a:ext cx="39" cy="857936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00" name="Google Shape;1700;p28"/>
              <p:cNvSpPr/>
              <p:nvPr/>
            </p:nvSpPr>
            <p:spPr>
              <a:xfrm>
                <a:off x="1162671" y="4288243"/>
                <a:ext cx="39" cy="857936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01" name="Google Shape;1701;p28"/>
              <p:cNvSpPr/>
              <p:nvPr/>
            </p:nvSpPr>
            <p:spPr>
              <a:xfrm>
                <a:off x="1446782" y="4288243"/>
                <a:ext cx="39" cy="857936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02" name="Google Shape;1702;p28"/>
              <p:cNvSpPr/>
              <p:nvPr/>
            </p:nvSpPr>
            <p:spPr>
              <a:xfrm>
                <a:off x="1730893" y="4288243"/>
                <a:ext cx="39" cy="857936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03" name="Google Shape;1703;p28"/>
              <p:cNvSpPr/>
              <p:nvPr/>
            </p:nvSpPr>
            <p:spPr>
              <a:xfrm>
                <a:off x="2015004" y="4288243"/>
                <a:ext cx="39" cy="857936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04" name="Google Shape;1704;p28"/>
              <p:cNvSpPr/>
              <p:nvPr/>
            </p:nvSpPr>
            <p:spPr>
              <a:xfrm>
                <a:off x="2299114" y="4288243"/>
                <a:ext cx="39" cy="857936"/>
              </a:xfrm>
              <a:custGeom>
                <a:avLst/>
                <a:gdLst/>
                <a:ahLst/>
                <a:cxnLst/>
                <a:rect l="l" t="t" r="r" b="b"/>
                <a:pathLst>
                  <a:path w="1" h="133427" fill="none" extrusionOk="0">
                    <a:moveTo>
                      <a:pt x="0" y="1"/>
                    </a:moveTo>
                    <a:lnTo>
                      <a:pt x="0" y="133427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05" name="Google Shape;1705;p28"/>
              <p:cNvSpPr/>
              <p:nvPr/>
            </p:nvSpPr>
            <p:spPr>
              <a:xfrm>
                <a:off x="594450" y="4288250"/>
                <a:ext cx="7953350" cy="39"/>
              </a:xfrm>
              <a:custGeom>
                <a:avLst/>
                <a:gdLst/>
                <a:ahLst/>
                <a:cxnLst/>
                <a:rect l="l" t="t" r="r" b="b"/>
                <a:pathLst>
                  <a:path w="154953" h="1" fill="none" extrusionOk="0">
                    <a:moveTo>
                      <a:pt x="0" y="0"/>
                    </a:moveTo>
                    <a:lnTo>
                      <a:pt x="154953" y="0"/>
                    </a:lnTo>
                  </a:path>
                </a:pathLst>
              </a:custGeom>
              <a:noFill/>
              <a:ln w="2475" cap="flat" cmpd="sng">
                <a:solidFill>
                  <a:schemeClr val="dk1"/>
                </a:solidFill>
                <a:prstDash val="solid"/>
                <a:miter lim="1976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sp>
          <p:nvSpPr>
            <p:cNvPr id="1706" name="Google Shape;1706;p28"/>
            <p:cNvSpPr/>
            <p:nvPr/>
          </p:nvSpPr>
          <p:spPr>
            <a:xfrm>
              <a:off x="3632950" y="-25"/>
              <a:ext cx="3653700" cy="1257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07" name="Google Shape;1707;p28"/>
            <p:cNvSpPr/>
            <p:nvPr/>
          </p:nvSpPr>
          <p:spPr>
            <a:xfrm>
              <a:off x="7207550" y="2573950"/>
              <a:ext cx="1936500" cy="2572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08" name="Google Shape;1708;p28"/>
            <p:cNvSpPr/>
            <p:nvPr/>
          </p:nvSpPr>
          <p:spPr>
            <a:xfrm>
              <a:off x="0" y="0"/>
              <a:ext cx="1028700" cy="5147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709" name="Google Shape;1709;p28"/>
          <p:cNvGrpSpPr/>
          <p:nvPr/>
        </p:nvGrpSpPr>
        <p:grpSpPr>
          <a:xfrm>
            <a:off x="960000" y="720000"/>
            <a:ext cx="10373600" cy="5520800"/>
            <a:chOff x="720000" y="540000"/>
            <a:chExt cx="7780200" cy="4140600"/>
          </a:xfrm>
        </p:grpSpPr>
        <p:sp>
          <p:nvSpPr>
            <p:cNvPr id="1710" name="Google Shape;1710;p28"/>
            <p:cNvSpPr/>
            <p:nvPr/>
          </p:nvSpPr>
          <p:spPr>
            <a:xfrm>
              <a:off x="796200" y="616200"/>
              <a:ext cx="7704000" cy="40644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11" name="Google Shape;1711;p28"/>
            <p:cNvSpPr/>
            <p:nvPr/>
          </p:nvSpPr>
          <p:spPr>
            <a:xfrm>
              <a:off x="720000" y="540000"/>
              <a:ext cx="7704000" cy="40644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712" name="Google Shape;1712;p28"/>
          <p:cNvSpPr txBox="1">
            <a:spLocks noGrp="1"/>
          </p:cNvSpPr>
          <p:nvPr>
            <p:ph type="title"/>
          </p:nvPr>
        </p:nvSpPr>
        <p:spPr>
          <a:xfrm>
            <a:off x="4210000" y="4336233"/>
            <a:ext cx="3767200" cy="5608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dist="76200" dir="3000000" algn="bl" rotWithShape="0">
              <a:schemeClr val="dk1"/>
            </a:outerShdw>
          </a:effectLst>
        </p:spPr>
        <p:txBody>
          <a:bodyPr spcFirstLastPara="1" wrap="square" lIns="182875" tIns="91425" rIns="18287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400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667"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667"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667"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667"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667"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667"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667"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667"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13" name="Google Shape;1713;p28"/>
          <p:cNvSpPr txBox="1">
            <a:spLocks noGrp="1"/>
          </p:cNvSpPr>
          <p:nvPr>
            <p:ph type="subTitle" idx="1"/>
          </p:nvPr>
        </p:nvSpPr>
        <p:spPr>
          <a:xfrm>
            <a:off x="2705200" y="1955800"/>
            <a:ext cx="6781600" cy="219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3200"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2133"/>
              </a:spcBef>
              <a:spcAft>
                <a:spcPts val="0"/>
              </a:spcAft>
              <a:buNone/>
              <a:defRPr sz="4267">
                <a:latin typeface="Open Sans ExtraBold"/>
                <a:ea typeface="Open Sans ExtraBold"/>
                <a:cs typeface="Open Sans ExtraBold"/>
                <a:sym typeface="Open Sans ExtraBold"/>
              </a:defRPr>
            </a:lvl2pPr>
            <a:lvl3pPr lvl="2" rtl="0">
              <a:spcBef>
                <a:spcPts val="2133"/>
              </a:spcBef>
              <a:spcAft>
                <a:spcPts val="0"/>
              </a:spcAft>
              <a:buNone/>
              <a:defRPr sz="4267">
                <a:latin typeface="Open Sans ExtraBold"/>
                <a:ea typeface="Open Sans ExtraBold"/>
                <a:cs typeface="Open Sans ExtraBold"/>
                <a:sym typeface="Open Sans ExtraBold"/>
              </a:defRPr>
            </a:lvl3pPr>
            <a:lvl4pPr lvl="3" rtl="0">
              <a:spcBef>
                <a:spcPts val="2133"/>
              </a:spcBef>
              <a:spcAft>
                <a:spcPts val="0"/>
              </a:spcAft>
              <a:buNone/>
              <a:defRPr sz="4267">
                <a:latin typeface="Open Sans ExtraBold"/>
                <a:ea typeface="Open Sans ExtraBold"/>
                <a:cs typeface="Open Sans ExtraBold"/>
                <a:sym typeface="Open Sans ExtraBold"/>
              </a:defRPr>
            </a:lvl4pPr>
            <a:lvl5pPr lvl="4" rtl="0">
              <a:spcBef>
                <a:spcPts val="2133"/>
              </a:spcBef>
              <a:spcAft>
                <a:spcPts val="0"/>
              </a:spcAft>
              <a:buNone/>
              <a:defRPr sz="4267">
                <a:latin typeface="Open Sans ExtraBold"/>
                <a:ea typeface="Open Sans ExtraBold"/>
                <a:cs typeface="Open Sans ExtraBold"/>
                <a:sym typeface="Open Sans ExtraBold"/>
              </a:defRPr>
            </a:lvl5pPr>
            <a:lvl6pPr lvl="5" rtl="0">
              <a:spcBef>
                <a:spcPts val="2133"/>
              </a:spcBef>
              <a:spcAft>
                <a:spcPts val="0"/>
              </a:spcAft>
              <a:buNone/>
              <a:defRPr sz="4267">
                <a:latin typeface="Open Sans ExtraBold"/>
                <a:ea typeface="Open Sans ExtraBold"/>
                <a:cs typeface="Open Sans ExtraBold"/>
                <a:sym typeface="Open Sans ExtraBold"/>
              </a:defRPr>
            </a:lvl6pPr>
            <a:lvl7pPr lvl="6" rtl="0">
              <a:spcBef>
                <a:spcPts val="2133"/>
              </a:spcBef>
              <a:spcAft>
                <a:spcPts val="0"/>
              </a:spcAft>
              <a:buNone/>
              <a:defRPr sz="4267">
                <a:latin typeface="Open Sans ExtraBold"/>
                <a:ea typeface="Open Sans ExtraBold"/>
                <a:cs typeface="Open Sans ExtraBold"/>
                <a:sym typeface="Open Sans ExtraBold"/>
              </a:defRPr>
            </a:lvl7pPr>
            <a:lvl8pPr lvl="7" rtl="0">
              <a:spcBef>
                <a:spcPts val="2133"/>
              </a:spcBef>
              <a:spcAft>
                <a:spcPts val="0"/>
              </a:spcAft>
              <a:buNone/>
              <a:defRPr sz="4267">
                <a:latin typeface="Open Sans ExtraBold"/>
                <a:ea typeface="Open Sans ExtraBold"/>
                <a:cs typeface="Open Sans ExtraBold"/>
                <a:sym typeface="Open Sans ExtraBold"/>
              </a:defRPr>
            </a:lvl8pPr>
            <a:lvl9pPr lvl="8" rtl="0">
              <a:spcBef>
                <a:spcPts val="2133"/>
              </a:spcBef>
              <a:spcAft>
                <a:spcPts val="2133"/>
              </a:spcAft>
              <a:buNone/>
              <a:defRPr sz="4267">
                <a:latin typeface="Open Sans ExtraBold"/>
                <a:ea typeface="Open Sans ExtraBold"/>
                <a:cs typeface="Open Sans ExtraBold"/>
                <a:sym typeface="Open Sans ExtraBol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460991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40">
          <p15:clr>
            <a:srgbClr val="FA7B17"/>
          </p15:clr>
        </p15:guide>
        <p15:guide id="2" orient="horz" pos="2665">
          <p15:clr>
            <a:srgbClr val="FA7B17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hoa">
  <p:cSld name="Whoa">
    <p:spTree>
      <p:nvGrpSpPr>
        <p:cNvPr id="1" name="Shape 1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15" name="Google Shape;1715;p29"/>
          <p:cNvGrpSpPr/>
          <p:nvPr/>
        </p:nvGrpSpPr>
        <p:grpSpPr>
          <a:xfrm>
            <a:off x="-227" y="-2517"/>
            <a:ext cx="12192243" cy="6864073"/>
            <a:chOff x="-170" y="-1888"/>
            <a:chExt cx="9144182" cy="5148055"/>
          </a:xfrm>
        </p:grpSpPr>
        <p:sp>
          <p:nvSpPr>
            <p:cNvPr id="1716" name="Google Shape;1716;p29"/>
            <p:cNvSpPr/>
            <p:nvPr/>
          </p:nvSpPr>
          <p:spPr>
            <a:xfrm flipH="1">
              <a:off x="3143645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17" name="Google Shape;1717;p29"/>
            <p:cNvSpPr/>
            <p:nvPr/>
          </p:nvSpPr>
          <p:spPr>
            <a:xfrm flipH="1">
              <a:off x="-170" y="284850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18" name="Google Shape;1718;p29"/>
            <p:cNvSpPr/>
            <p:nvPr/>
          </p:nvSpPr>
          <p:spPr>
            <a:xfrm flipH="1">
              <a:off x="9143974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19" name="Google Shape;1719;p29"/>
            <p:cNvSpPr/>
            <p:nvPr/>
          </p:nvSpPr>
          <p:spPr>
            <a:xfrm flipH="1">
              <a:off x="8858242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20" name="Google Shape;1720;p29"/>
            <p:cNvSpPr/>
            <p:nvPr/>
          </p:nvSpPr>
          <p:spPr>
            <a:xfrm flipH="1">
              <a:off x="8572510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21" name="Google Shape;1721;p29"/>
            <p:cNvSpPr/>
            <p:nvPr/>
          </p:nvSpPr>
          <p:spPr>
            <a:xfrm flipH="1">
              <a:off x="8286778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22" name="Google Shape;1722;p29"/>
            <p:cNvSpPr/>
            <p:nvPr/>
          </p:nvSpPr>
          <p:spPr>
            <a:xfrm flipH="1">
              <a:off x="8001047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23" name="Google Shape;1723;p29"/>
            <p:cNvSpPr/>
            <p:nvPr/>
          </p:nvSpPr>
          <p:spPr>
            <a:xfrm flipH="1">
              <a:off x="7715315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24" name="Google Shape;1724;p29"/>
            <p:cNvSpPr/>
            <p:nvPr/>
          </p:nvSpPr>
          <p:spPr>
            <a:xfrm flipH="1">
              <a:off x="7429583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25" name="Google Shape;1725;p29"/>
            <p:cNvSpPr/>
            <p:nvPr/>
          </p:nvSpPr>
          <p:spPr>
            <a:xfrm flipH="1">
              <a:off x="7143851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26" name="Google Shape;1726;p29"/>
            <p:cNvSpPr/>
            <p:nvPr/>
          </p:nvSpPr>
          <p:spPr>
            <a:xfrm rot="10800000" flipH="1">
              <a:off x="6858158" y="-1888"/>
              <a:ext cx="0" cy="5147280"/>
            </a:xfrm>
            <a:custGeom>
              <a:avLst/>
              <a:gdLst/>
              <a:ahLst/>
              <a:cxnLst/>
              <a:rect l="l" t="t" r="r" b="b"/>
              <a:pathLst>
                <a:path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27" name="Google Shape;1727;p29"/>
            <p:cNvSpPr/>
            <p:nvPr/>
          </p:nvSpPr>
          <p:spPr>
            <a:xfrm flipH="1">
              <a:off x="6572426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28" name="Google Shape;1728;p29"/>
            <p:cNvSpPr/>
            <p:nvPr/>
          </p:nvSpPr>
          <p:spPr>
            <a:xfrm flipH="1">
              <a:off x="6286695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29" name="Google Shape;1729;p29"/>
            <p:cNvSpPr/>
            <p:nvPr/>
          </p:nvSpPr>
          <p:spPr>
            <a:xfrm flipH="1">
              <a:off x="6000963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30" name="Google Shape;1730;p29"/>
            <p:cNvSpPr/>
            <p:nvPr/>
          </p:nvSpPr>
          <p:spPr>
            <a:xfrm flipH="1">
              <a:off x="5715231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31" name="Google Shape;1731;p29"/>
            <p:cNvSpPr/>
            <p:nvPr/>
          </p:nvSpPr>
          <p:spPr>
            <a:xfrm flipH="1">
              <a:off x="5429499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32" name="Google Shape;1732;p29"/>
            <p:cNvSpPr/>
            <p:nvPr/>
          </p:nvSpPr>
          <p:spPr>
            <a:xfrm flipH="1">
              <a:off x="5143768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33" name="Google Shape;1733;p29"/>
            <p:cNvSpPr/>
            <p:nvPr/>
          </p:nvSpPr>
          <p:spPr>
            <a:xfrm flipH="1">
              <a:off x="4858036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34" name="Google Shape;1734;p29"/>
            <p:cNvSpPr/>
            <p:nvPr/>
          </p:nvSpPr>
          <p:spPr>
            <a:xfrm flipH="1">
              <a:off x="4572304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35" name="Google Shape;1735;p29"/>
            <p:cNvSpPr/>
            <p:nvPr/>
          </p:nvSpPr>
          <p:spPr>
            <a:xfrm flipH="1">
              <a:off x="4286572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36" name="Google Shape;1736;p29"/>
            <p:cNvSpPr/>
            <p:nvPr/>
          </p:nvSpPr>
          <p:spPr>
            <a:xfrm flipH="1">
              <a:off x="4000841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37" name="Google Shape;1737;p29"/>
            <p:cNvSpPr/>
            <p:nvPr/>
          </p:nvSpPr>
          <p:spPr>
            <a:xfrm flipH="1">
              <a:off x="3715109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38" name="Google Shape;1738;p29"/>
            <p:cNvSpPr/>
            <p:nvPr/>
          </p:nvSpPr>
          <p:spPr>
            <a:xfrm flipH="1">
              <a:off x="3429377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39" name="Google Shape;1739;p29"/>
            <p:cNvSpPr/>
            <p:nvPr/>
          </p:nvSpPr>
          <p:spPr>
            <a:xfrm flipH="1">
              <a:off x="-170" y="2858472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40" name="Google Shape;1740;p29"/>
            <p:cNvSpPr/>
            <p:nvPr/>
          </p:nvSpPr>
          <p:spPr>
            <a:xfrm flipH="1">
              <a:off x="-170" y="2572497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1"/>
                  </a:moveTo>
                  <a:lnTo>
                    <a:pt x="154953" y="1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41" name="Google Shape;1741;p29"/>
            <p:cNvSpPr/>
            <p:nvPr/>
          </p:nvSpPr>
          <p:spPr>
            <a:xfrm flipH="1">
              <a:off x="-170" y="2286561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42" name="Google Shape;1742;p29"/>
            <p:cNvSpPr/>
            <p:nvPr/>
          </p:nvSpPr>
          <p:spPr>
            <a:xfrm flipH="1">
              <a:off x="-170" y="2000585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43" name="Google Shape;1743;p29"/>
            <p:cNvSpPr/>
            <p:nvPr/>
          </p:nvSpPr>
          <p:spPr>
            <a:xfrm flipH="1">
              <a:off x="-170" y="1714610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1"/>
                  </a:moveTo>
                  <a:lnTo>
                    <a:pt x="154953" y="1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44" name="Google Shape;1744;p29"/>
            <p:cNvSpPr/>
            <p:nvPr/>
          </p:nvSpPr>
          <p:spPr>
            <a:xfrm flipH="1">
              <a:off x="-170" y="1428674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45" name="Google Shape;1745;p29"/>
            <p:cNvSpPr/>
            <p:nvPr/>
          </p:nvSpPr>
          <p:spPr>
            <a:xfrm flipH="1">
              <a:off x="-170" y="4287500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46" name="Google Shape;1746;p29"/>
            <p:cNvSpPr/>
            <p:nvPr/>
          </p:nvSpPr>
          <p:spPr>
            <a:xfrm flipH="1">
              <a:off x="-170" y="4001524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1"/>
                  </a:moveTo>
                  <a:lnTo>
                    <a:pt x="154953" y="1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47" name="Google Shape;1747;p29"/>
            <p:cNvSpPr/>
            <p:nvPr/>
          </p:nvSpPr>
          <p:spPr>
            <a:xfrm flipH="1">
              <a:off x="-170" y="3716321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1"/>
                  </a:moveTo>
                  <a:lnTo>
                    <a:pt x="154953" y="1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48" name="Google Shape;1748;p29"/>
            <p:cNvSpPr/>
            <p:nvPr/>
          </p:nvSpPr>
          <p:spPr>
            <a:xfrm flipH="1">
              <a:off x="-170" y="3430384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49" name="Google Shape;1749;p29"/>
            <p:cNvSpPr/>
            <p:nvPr/>
          </p:nvSpPr>
          <p:spPr>
            <a:xfrm flipH="1">
              <a:off x="-170" y="4859411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50" name="Google Shape;1750;p29"/>
            <p:cNvSpPr/>
            <p:nvPr/>
          </p:nvSpPr>
          <p:spPr>
            <a:xfrm flipH="1">
              <a:off x="-170" y="4573436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1"/>
                  </a:moveTo>
                  <a:lnTo>
                    <a:pt x="154953" y="1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51" name="Google Shape;1751;p29"/>
            <p:cNvSpPr/>
            <p:nvPr/>
          </p:nvSpPr>
          <p:spPr>
            <a:xfrm flipH="1">
              <a:off x="-170" y="3144409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1"/>
                  </a:moveTo>
                  <a:lnTo>
                    <a:pt x="154953" y="1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52" name="Google Shape;1752;p29"/>
            <p:cNvSpPr/>
            <p:nvPr/>
          </p:nvSpPr>
          <p:spPr>
            <a:xfrm flipH="1">
              <a:off x="-170" y="1142698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1"/>
                  </a:moveTo>
                  <a:lnTo>
                    <a:pt x="154953" y="1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53" name="Google Shape;1753;p29"/>
            <p:cNvSpPr/>
            <p:nvPr/>
          </p:nvSpPr>
          <p:spPr>
            <a:xfrm flipH="1">
              <a:off x="-170" y="856762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0"/>
                  </a:moveTo>
                  <a:lnTo>
                    <a:pt x="154953" y="0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54" name="Google Shape;1754;p29"/>
            <p:cNvSpPr/>
            <p:nvPr/>
          </p:nvSpPr>
          <p:spPr>
            <a:xfrm flipH="1">
              <a:off x="-170" y="570787"/>
              <a:ext cx="9144164" cy="39"/>
            </a:xfrm>
            <a:custGeom>
              <a:avLst/>
              <a:gdLst/>
              <a:ahLst/>
              <a:cxnLst/>
              <a:rect l="l" t="t" r="r" b="b"/>
              <a:pathLst>
                <a:path w="154953" h="1" fill="none" extrusionOk="0">
                  <a:moveTo>
                    <a:pt x="0" y="1"/>
                  </a:moveTo>
                  <a:lnTo>
                    <a:pt x="154953" y="1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55" name="Google Shape;1755;p29"/>
            <p:cNvSpPr/>
            <p:nvPr/>
          </p:nvSpPr>
          <p:spPr>
            <a:xfrm flipH="1">
              <a:off x="572060" y="-1113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56" name="Google Shape;1756;p29"/>
            <p:cNvSpPr/>
            <p:nvPr/>
          </p:nvSpPr>
          <p:spPr>
            <a:xfrm flipH="1">
              <a:off x="2857914" y="-1113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57" name="Google Shape;1757;p29"/>
            <p:cNvSpPr/>
            <p:nvPr/>
          </p:nvSpPr>
          <p:spPr>
            <a:xfrm flipH="1">
              <a:off x="2572182" y="-1113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58" name="Google Shape;1758;p29"/>
            <p:cNvSpPr/>
            <p:nvPr/>
          </p:nvSpPr>
          <p:spPr>
            <a:xfrm flipH="1">
              <a:off x="2286450" y="-1113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59" name="Google Shape;1759;p29"/>
            <p:cNvSpPr/>
            <p:nvPr/>
          </p:nvSpPr>
          <p:spPr>
            <a:xfrm flipH="1">
              <a:off x="2000718" y="-1113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60" name="Google Shape;1760;p29"/>
            <p:cNvSpPr/>
            <p:nvPr/>
          </p:nvSpPr>
          <p:spPr>
            <a:xfrm flipH="1">
              <a:off x="1714987" y="-1113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61" name="Google Shape;1761;p29"/>
            <p:cNvSpPr/>
            <p:nvPr/>
          </p:nvSpPr>
          <p:spPr>
            <a:xfrm flipH="1">
              <a:off x="1429255" y="-1113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62" name="Google Shape;1762;p29"/>
            <p:cNvSpPr/>
            <p:nvPr/>
          </p:nvSpPr>
          <p:spPr>
            <a:xfrm flipH="1">
              <a:off x="1143523" y="-1113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1" y="1"/>
                  </a:moveTo>
                  <a:lnTo>
                    <a:pt x="1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63" name="Google Shape;1763;p29"/>
            <p:cNvSpPr/>
            <p:nvPr/>
          </p:nvSpPr>
          <p:spPr>
            <a:xfrm flipH="1">
              <a:off x="857791" y="-1113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64" name="Google Shape;1764;p29"/>
            <p:cNvSpPr/>
            <p:nvPr/>
          </p:nvSpPr>
          <p:spPr>
            <a:xfrm flipH="1">
              <a:off x="596" y="-1888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65" name="Google Shape;1765;p29"/>
            <p:cNvSpPr/>
            <p:nvPr/>
          </p:nvSpPr>
          <p:spPr>
            <a:xfrm flipH="1">
              <a:off x="286328" y="-1113"/>
              <a:ext cx="39" cy="5147280"/>
            </a:xfrm>
            <a:custGeom>
              <a:avLst/>
              <a:gdLst/>
              <a:ahLst/>
              <a:cxnLst/>
              <a:rect l="l" t="t" r="r" b="b"/>
              <a:pathLst>
                <a:path w="1" h="133427" fill="none" extrusionOk="0">
                  <a:moveTo>
                    <a:pt x="0" y="1"/>
                  </a:moveTo>
                  <a:lnTo>
                    <a:pt x="0" y="133427"/>
                  </a:lnTo>
                </a:path>
              </a:pathLst>
            </a:custGeom>
            <a:noFill/>
            <a:ln w="2475" cap="flat" cmpd="sng">
              <a:solidFill>
                <a:schemeClr val="dk1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766" name="Google Shape;1766;p29"/>
          <p:cNvGrpSpPr/>
          <p:nvPr/>
        </p:nvGrpSpPr>
        <p:grpSpPr>
          <a:xfrm>
            <a:off x="-900" y="-3034"/>
            <a:ext cx="12205581" cy="1071739"/>
            <a:chOff x="-1283731" y="-1865700"/>
            <a:chExt cx="5173318" cy="803804"/>
          </a:xfrm>
        </p:grpSpPr>
        <p:sp>
          <p:nvSpPr>
            <p:cNvPr id="1767" name="Google Shape;1767;p29"/>
            <p:cNvSpPr/>
            <p:nvPr/>
          </p:nvSpPr>
          <p:spPr>
            <a:xfrm>
              <a:off x="-1283731" y="-1865700"/>
              <a:ext cx="5173200" cy="803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1768" name="Google Shape;1768;p29"/>
            <p:cNvGrpSpPr/>
            <p:nvPr/>
          </p:nvGrpSpPr>
          <p:grpSpPr>
            <a:xfrm rot="5400000">
              <a:off x="901029" y="-4050454"/>
              <a:ext cx="803804" cy="5173312"/>
              <a:chOff x="7792762" y="2921359"/>
              <a:chExt cx="803804" cy="2223646"/>
            </a:xfrm>
          </p:grpSpPr>
          <p:sp>
            <p:nvSpPr>
              <p:cNvPr id="1769" name="Google Shape;1769;p29"/>
              <p:cNvSpPr/>
              <p:nvPr/>
            </p:nvSpPr>
            <p:spPr>
              <a:xfrm>
                <a:off x="7792762" y="2921359"/>
                <a:ext cx="67102" cy="2223646"/>
              </a:xfrm>
              <a:custGeom>
                <a:avLst/>
                <a:gdLst/>
                <a:ahLst/>
                <a:cxnLst/>
                <a:rect l="l" t="t" r="r" b="b"/>
                <a:pathLst>
                  <a:path w="1741" h="57641" extrusionOk="0">
                    <a:moveTo>
                      <a:pt x="1" y="1"/>
                    </a:moveTo>
                    <a:lnTo>
                      <a:pt x="1" y="57641"/>
                    </a:lnTo>
                    <a:lnTo>
                      <a:pt x="1740" y="57641"/>
                    </a:lnTo>
                    <a:lnTo>
                      <a:pt x="1740" y="1"/>
                    </a:lnTo>
                    <a:close/>
                  </a:path>
                </a:pathLst>
              </a:custGeom>
              <a:solidFill>
                <a:srgbClr val="0B0B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70" name="Google Shape;1770;p29"/>
              <p:cNvSpPr/>
              <p:nvPr/>
            </p:nvSpPr>
            <p:spPr>
              <a:xfrm>
                <a:off x="7976378" y="2921359"/>
                <a:ext cx="67835" cy="2223646"/>
              </a:xfrm>
              <a:custGeom>
                <a:avLst/>
                <a:gdLst/>
                <a:ahLst/>
                <a:cxnLst/>
                <a:rect l="l" t="t" r="r" b="b"/>
                <a:pathLst>
                  <a:path w="1760" h="57641" extrusionOk="0">
                    <a:moveTo>
                      <a:pt x="0" y="1"/>
                    </a:moveTo>
                    <a:lnTo>
                      <a:pt x="0" y="57641"/>
                    </a:lnTo>
                    <a:lnTo>
                      <a:pt x="1760" y="57641"/>
                    </a:lnTo>
                    <a:lnTo>
                      <a:pt x="1760" y="1"/>
                    </a:lnTo>
                    <a:close/>
                  </a:path>
                </a:pathLst>
              </a:custGeom>
              <a:solidFill>
                <a:srgbClr val="0B0B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71" name="Google Shape;1771;p29"/>
              <p:cNvSpPr/>
              <p:nvPr/>
            </p:nvSpPr>
            <p:spPr>
              <a:xfrm>
                <a:off x="8160766" y="2921359"/>
                <a:ext cx="67064" cy="2223646"/>
              </a:xfrm>
              <a:custGeom>
                <a:avLst/>
                <a:gdLst/>
                <a:ahLst/>
                <a:cxnLst/>
                <a:rect l="l" t="t" r="r" b="b"/>
                <a:pathLst>
                  <a:path w="1740" h="57641" extrusionOk="0">
                    <a:moveTo>
                      <a:pt x="0" y="1"/>
                    </a:moveTo>
                    <a:lnTo>
                      <a:pt x="0" y="57641"/>
                    </a:lnTo>
                    <a:lnTo>
                      <a:pt x="1739" y="57641"/>
                    </a:lnTo>
                    <a:lnTo>
                      <a:pt x="1739" y="1"/>
                    </a:lnTo>
                    <a:close/>
                  </a:path>
                </a:pathLst>
              </a:custGeom>
              <a:solidFill>
                <a:srgbClr val="0B0B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72" name="Google Shape;1772;p29"/>
              <p:cNvSpPr/>
              <p:nvPr/>
            </p:nvSpPr>
            <p:spPr>
              <a:xfrm>
                <a:off x="8345115" y="2921359"/>
                <a:ext cx="67102" cy="2223646"/>
              </a:xfrm>
              <a:custGeom>
                <a:avLst/>
                <a:gdLst/>
                <a:ahLst/>
                <a:cxnLst/>
                <a:rect l="l" t="t" r="r" b="b"/>
                <a:pathLst>
                  <a:path w="1741" h="57641" extrusionOk="0">
                    <a:moveTo>
                      <a:pt x="1" y="1"/>
                    </a:moveTo>
                    <a:lnTo>
                      <a:pt x="1" y="57641"/>
                    </a:lnTo>
                    <a:lnTo>
                      <a:pt x="1740" y="57641"/>
                    </a:lnTo>
                    <a:lnTo>
                      <a:pt x="1740" y="1"/>
                    </a:lnTo>
                    <a:close/>
                  </a:path>
                </a:pathLst>
              </a:custGeom>
              <a:solidFill>
                <a:srgbClr val="0B0B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73" name="Google Shape;1773;p29"/>
              <p:cNvSpPr/>
              <p:nvPr/>
            </p:nvSpPr>
            <p:spPr>
              <a:xfrm>
                <a:off x="8528731" y="2921359"/>
                <a:ext cx="67835" cy="2223646"/>
              </a:xfrm>
              <a:custGeom>
                <a:avLst/>
                <a:gdLst/>
                <a:ahLst/>
                <a:cxnLst/>
                <a:rect l="l" t="t" r="r" b="b"/>
                <a:pathLst>
                  <a:path w="1760" h="57641" extrusionOk="0">
                    <a:moveTo>
                      <a:pt x="0" y="1"/>
                    </a:moveTo>
                    <a:lnTo>
                      <a:pt x="0" y="57641"/>
                    </a:lnTo>
                    <a:lnTo>
                      <a:pt x="1760" y="57641"/>
                    </a:lnTo>
                    <a:lnTo>
                      <a:pt x="1760" y="1"/>
                    </a:lnTo>
                    <a:close/>
                  </a:path>
                </a:pathLst>
              </a:custGeom>
              <a:solidFill>
                <a:srgbClr val="0B0B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sp>
        <p:nvSpPr>
          <p:cNvPr id="1774" name="Google Shape;1774;p29"/>
          <p:cNvSpPr/>
          <p:nvPr/>
        </p:nvSpPr>
        <p:spPr>
          <a:xfrm>
            <a:off x="-902" y="-3033"/>
            <a:ext cx="2109043" cy="4978245"/>
          </a:xfrm>
          <a:custGeom>
            <a:avLst/>
            <a:gdLst/>
            <a:ahLst/>
            <a:cxnLst/>
            <a:rect l="l" t="t" r="r" b="b"/>
            <a:pathLst>
              <a:path w="86935" h="86936" extrusionOk="0">
                <a:moveTo>
                  <a:pt x="0" y="1"/>
                </a:moveTo>
                <a:lnTo>
                  <a:pt x="0" y="86935"/>
                </a:lnTo>
                <a:lnTo>
                  <a:pt x="86935" y="86935"/>
                </a:lnTo>
                <a:lnTo>
                  <a:pt x="86935" y="1"/>
                </a:lnTo>
                <a:close/>
              </a:path>
            </a:pathLst>
          </a:custGeom>
          <a:solidFill>
            <a:srgbClr val="B6D5C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775" name="Google Shape;1775;p29"/>
          <p:cNvSpPr/>
          <p:nvPr/>
        </p:nvSpPr>
        <p:spPr>
          <a:xfrm flipH="1">
            <a:off x="11232000" y="-4900"/>
            <a:ext cx="960000" cy="6863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776" name="Google Shape;1776;p29"/>
          <p:cNvSpPr/>
          <p:nvPr/>
        </p:nvSpPr>
        <p:spPr>
          <a:xfrm>
            <a:off x="-900" y="4383476"/>
            <a:ext cx="2472527" cy="2474824"/>
          </a:xfrm>
          <a:custGeom>
            <a:avLst/>
            <a:gdLst/>
            <a:ahLst/>
            <a:cxnLst/>
            <a:rect l="l" t="t" r="r" b="b"/>
            <a:pathLst>
              <a:path w="48113" h="48114" extrusionOk="0">
                <a:moveTo>
                  <a:pt x="0" y="1"/>
                </a:moveTo>
                <a:lnTo>
                  <a:pt x="0" y="26528"/>
                </a:lnTo>
                <a:cubicBezTo>
                  <a:pt x="11920" y="26528"/>
                  <a:pt x="21586" y="36194"/>
                  <a:pt x="21606" y="48113"/>
                </a:cubicBezTo>
                <a:lnTo>
                  <a:pt x="48113" y="48113"/>
                </a:lnTo>
                <a:cubicBezTo>
                  <a:pt x="48113" y="21547"/>
                  <a:pt x="26567" y="1"/>
                  <a:pt x="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777" name="Google Shape;1777;p29"/>
          <p:cNvGrpSpPr/>
          <p:nvPr/>
        </p:nvGrpSpPr>
        <p:grpSpPr>
          <a:xfrm>
            <a:off x="234671" y="2403686"/>
            <a:ext cx="3293328" cy="374201"/>
            <a:chOff x="-716497" y="4527527"/>
            <a:chExt cx="2469996" cy="280651"/>
          </a:xfrm>
        </p:grpSpPr>
        <p:sp>
          <p:nvSpPr>
            <p:cNvPr id="1778" name="Google Shape;1778;p29"/>
            <p:cNvSpPr/>
            <p:nvPr/>
          </p:nvSpPr>
          <p:spPr>
            <a:xfrm>
              <a:off x="-667741" y="4576327"/>
              <a:ext cx="2421240" cy="231851"/>
            </a:xfrm>
            <a:custGeom>
              <a:avLst/>
              <a:gdLst/>
              <a:ahLst/>
              <a:cxnLst/>
              <a:rect l="l" t="t" r="r" b="b"/>
              <a:pathLst>
                <a:path w="62820" h="6010" extrusionOk="0">
                  <a:moveTo>
                    <a:pt x="11465" y="1"/>
                  </a:moveTo>
                  <a:cubicBezTo>
                    <a:pt x="8599" y="1"/>
                    <a:pt x="7116" y="1128"/>
                    <a:pt x="5812" y="2116"/>
                  </a:cubicBezTo>
                  <a:cubicBezTo>
                    <a:pt x="4626" y="3025"/>
                    <a:pt x="3618" y="3796"/>
                    <a:pt x="1483" y="3796"/>
                  </a:cubicBezTo>
                  <a:cubicBezTo>
                    <a:pt x="0" y="3796"/>
                    <a:pt x="0" y="6010"/>
                    <a:pt x="1483" y="6010"/>
                  </a:cubicBezTo>
                  <a:cubicBezTo>
                    <a:pt x="4369" y="6010"/>
                    <a:pt x="5851" y="4883"/>
                    <a:pt x="7156" y="3895"/>
                  </a:cubicBezTo>
                  <a:cubicBezTo>
                    <a:pt x="8322" y="3005"/>
                    <a:pt x="9350" y="2215"/>
                    <a:pt x="11465" y="2215"/>
                  </a:cubicBezTo>
                  <a:cubicBezTo>
                    <a:pt x="13580" y="2215"/>
                    <a:pt x="14608" y="2986"/>
                    <a:pt x="15794" y="3895"/>
                  </a:cubicBezTo>
                  <a:cubicBezTo>
                    <a:pt x="17099" y="4883"/>
                    <a:pt x="18581" y="6010"/>
                    <a:pt x="21447" y="6010"/>
                  </a:cubicBezTo>
                  <a:cubicBezTo>
                    <a:pt x="24314" y="6010"/>
                    <a:pt x="25796" y="4883"/>
                    <a:pt x="27101" y="3895"/>
                  </a:cubicBezTo>
                  <a:cubicBezTo>
                    <a:pt x="28287" y="3005"/>
                    <a:pt x="29295" y="2215"/>
                    <a:pt x="31410" y="2215"/>
                  </a:cubicBezTo>
                  <a:cubicBezTo>
                    <a:pt x="33545" y="2215"/>
                    <a:pt x="34553" y="3005"/>
                    <a:pt x="35739" y="3895"/>
                  </a:cubicBezTo>
                  <a:cubicBezTo>
                    <a:pt x="37044" y="4883"/>
                    <a:pt x="38526" y="6010"/>
                    <a:pt x="41392" y="6010"/>
                  </a:cubicBezTo>
                  <a:cubicBezTo>
                    <a:pt x="44258" y="6010"/>
                    <a:pt x="45741" y="4883"/>
                    <a:pt x="47046" y="3895"/>
                  </a:cubicBezTo>
                  <a:cubicBezTo>
                    <a:pt x="48232" y="3005"/>
                    <a:pt x="49259" y="2215"/>
                    <a:pt x="51375" y="2215"/>
                  </a:cubicBezTo>
                  <a:cubicBezTo>
                    <a:pt x="53490" y="2215"/>
                    <a:pt x="54517" y="3005"/>
                    <a:pt x="55684" y="3895"/>
                  </a:cubicBezTo>
                  <a:cubicBezTo>
                    <a:pt x="56988" y="4883"/>
                    <a:pt x="58471" y="6010"/>
                    <a:pt x="61337" y="6010"/>
                  </a:cubicBezTo>
                  <a:cubicBezTo>
                    <a:pt x="62820" y="6010"/>
                    <a:pt x="62820" y="3796"/>
                    <a:pt x="61337" y="3796"/>
                  </a:cubicBezTo>
                  <a:cubicBezTo>
                    <a:pt x="59222" y="3796"/>
                    <a:pt x="58214" y="3025"/>
                    <a:pt x="57028" y="2116"/>
                  </a:cubicBezTo>
                  <a:cubicBezTo>
                    <a:pt x="55723" y="1128"/>
                    <a:pt x="54241" y="1"/>
                    <a:pt x="51375" y="1"/>
                  </a:cubicBezTo>
                  <a:cubicBezTo>
                    <a:pt x="48508" y="1"/>
                    <a:pt x="47026" y="1128"/>
                    <a:pt x="45721" y="2116"/>
                  </a:cubicBezTo>
                  <a:cubicBezTo>
                    <a:pt x="44535" y="3025"/>
                    <a:pt x="43507" y="3796"/>
                    <a:pt x="41392" y="3796"/>
                  </a:cubicBezTo>
                  <a:cubicBezTo>
                    <a:pt x="39277" y="3796"/>
                    <a:pt x="38249" y="3025"/>
                    <a:pt x="37083" y="2116"/>
                  </a:cubicBezTo>
                  <a:cubicBezTo>
                    <a:pt x="35759" y="1128"/>
                    <a:pt x="34296" y="1"/>
                    <a:pt x="31410" y="1"/>
                  </a:cubicBezTo>
                  <a:cubicBezTo>
                    <a:pt x="28544" y="1"/>
                    <a:pt x="27061" y="1128"/>
                    <a:pt x="25757" y="2116"/>
                  </a:cubicBezTo>
                  <a:cubicBezTo>
                    <a:pt x="24590" y="3025"/>
                    <a:pt x="23563" y="3796"/>
                    <a:pt x="21447" y="3796"/>
                  </a:cubicBezTo>
                  <a:cubicBezTo>
                    <a:pt x="19332" y="3796"/>
                    <a:pt x="18305" y="3025"/>
                    <a:pt x="17119" y="2116"/>
                  </a:cubicBezTo>
                  <a:cubicBezTo>
                    <a:pt x="15814" y="1128"/>
                    <a:pt x="14331" y="1"/>
                    <a:pt x="11465" y="1"/>
                  </a:cubicBezTo>
                  <a:close/>
                </a:path>
              </a:pathLst>
            </a:custGeom>
            <a:solidFill>
              <a:srgbClr val="0B0B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79" name="Google Shape;1779;p29"/>
            <p:cNvSpPr/>
            <p:nvPr/>
          </p:nvSpPr>
          <p:spPr>
            <a:xfrm>
              <a:off x="-716497" y="4527527"/>
              <a:ext cx="2422011" cy="232622"/>
            </a:xfrm>
            <a:custGeom>
              <a:avLst/>
              <a:gdLst/>
              <a:ahLst/>
              <a:cxnLst/>
              <a:rect l="l" t="t" r="r" b="b"/>
              <a:pathLst>
                <a:path w="62840" h="6030" extrusionOk="0">
                  <a:moveTo>
                    <a:pt x="11465" y="1"/>
                  </a:moveTo>
                  <a:cubicBezTo>
                    <a:pt x="8599" y="1"/>
                    <a:pt x="7116" y="1128"/>
                    <a:pt x="5812" y="2116"/>
                  </a:cubicBezTo>
                  <a:cubicBezTo>
                    <a:pt x="4626" y="3025"/>
                    <a:pt x="3618" y="3796"/>
                    <a:pt x="1483" y="3796"/>
                  </a:cubicBezTo>
                  <a:cubicBezTo>
                    <a:pt x="0" y="3796"/>
                    <a:pt x="0" y="6010"/>
                    <a:pt x="1483" y="6010"/>
                  </a:cubicBezTo>
                  <a:cubicBezTo>
                    <a:pt x="4349" y="6010"/>
                    <a:pt x="5851" y="4883"/>
                    <a:pt x="7156" y="3895"/>
                  </a:cubicBezTo>
                  <a:cubicBezTo>
                    <a:pt x="8322" y="2986"/>
                    <a:pt x="9350" y="2215"/>
                    <a:pt x="11465" y="2215"/>
                  </a:cubicBezTo>
                  <a:cubicBezTo>
                    <a:pt x="13580" y="2215"/>
                    <a:pt x="14608" y="2986"/>
                    <a:pt x="15794" y="3895"/>
                  </a:cubicBezTo>
                  <a:cubicBezTo>
                    <a:pt x="17099" y="4883"/>
                    <a:pt x="18581" y="6010"/>
                    <a:pt x="21447" y="6010"/>
                  </a:cubicBezTo>
                  <a:cubicBezTo>
                    <a:pt x="24314" y="6010"/>
                    <a:pt x="25796" y="4883"/>
                    <a:pt x="27101" y="3895"/>
                  </a:cubicBezTo>
                  <a:cubicBezTo>
                    <a:pt x="28287" y="2986"/>
                    <a:pt x="29295" y="2215"/>
                    <a:pt x="31410" y="2215"/>
                  </a:cubicBezTo>
                  <a:cubicBezTo>
                    <a:pt x="33545" y="2215"/>
                    <a:pt x="34553" y="2986"/>
                    <a:pt x="35739" y="3895"/>
                  </a:cubicBezTo>
                  <a:cubicBezTo>
                    <a:pt x="37043" y="4883"/>
                    <a:pt x="38526" y="6010"/>
                    <a:pt x="41392" y="6010"/>
                  </a:cubicBezTo>
                  <a:cubicBezTo>
                    <a:pt x="44258" y="6010"/>
                    <a:pt x="45741" y="4883"/>
                    <a:pt x="47046" y="3895"/>
                  </a:cubicBezTo>
                  <a:cubicBezTo>
                    <a:pt x="48232" y="2986"/>
                    <a:pt x="49259" y="2215"/>
                    <a:pt x="51374" y="2215"/>
                  </a:cubicBezTo>
                  <a:cubicBezTo>
                    <a:pt x="53490" y="2215"/>
                    <a:pt x="54517" y="2986"/>
                    <a:pt x="55684" y="3895"/>
                  </a:cubicBezTo>
                  <a:cubicBezTo>
                    <a:pt x="56988" y="4883"/>
                    <a:pt x="58471" y="6010"/>
                    <a:pt x="61337" y="6010"/>
                  </a:cubicBezTo>
                  <a:lnTo>
                    <a:pt x="61357" y="6030"/>
                  </a:lnTo>
                  <a:cubicBezTo>
                    <a:pt x="62839" y="6030"/>
                    <a:pt x="62839" y="3796"/>
                    <a:pt x="61357" y="3796"/>
                  </a:cubicBezTo>
                  <a:cubicBezTo>
                    <a:pt x="59222" y="3796"/>
                    <a:pt x="58214" y="3025"/>
                    <a:pt x="57028" y="2136"/>
                  </a:cubicBezTo>
                  <a:cubicBezTo>
                    <a:pt x="55723" y="1128"/>
                    <a:pt x="54241" y="1"/>
                    <a:pt x="51374" y="1"/>
                  </a:cubicBezTo>
                  <a:cubicBezTo>
                    <a:pt x="48508" y="1"/>
                    <a:pt x="47026" y="1147"/>
                    <a:pt x="45721" y="2136"/>
                  </a:cubicBezTo>
                  <a:cubicBezTo>
                    <a:pt x="44535" y="3025"/>
                    <a:pt x="43527" y="3796"/>
                    <a:pt x="41392" y="3796"/>
                  </a:cubicBezTo>
                  <a:cubicBezTo>
                    <a:pt x="39277" y="3796"/>
                    <a:pt x="38269" y="3025"/>
                    <a:pt x="37083" y="2136"/>
                  </a:cubicBezTo>
                  <a:cubicBezTo>
                    <a:pt x="35778" y="1128"/>
                    <a:pt x="34296" y="1"/>
                    <a:pt x="31430" y="1"/>
                  </a:cubicBezTo>
                  <a:cubicBezTo>
                    <a:pt x="28563" y="1"/>
                    <a:pt x="27081" y="1147"/>
                    <a:pt x="25776" y="2136"/>
                  </a:cubicBezTo>
                  <a:cubicBezTo>
                    <a:pt x="24590" y="3025"/>
                    <a:pt x="23582" y="3796"/>
                    <a:pt x="21447" y="3796"/>
                  </a:cubicBezTo>
                  <a:cubicBezTo>
                    <a:pt x="19332" y="3796"/>
                    <a:pt x="18304" y="3045"/>
                    <a:pt x="17118" y="2116"/>
                  </a:cubicBezTo>
                  <a:cubicBezTo>
                    <a:pt x="15814" y="1128"/>
                    <a:pt x="14331" y="1"/>
                    <a:pt x="11465" y="1"/>
                  </a:cubicBezTo>
                  <a:close/>
                </a:path>
              </a:pathLst>
            </a:custGeom>
            <a:solidFill>
              <a:schemeClr val="lt1"/>
            </a:solidFill>
            <a:ln w="9400" cap="flat" cmpd="sng">
              <a:solidFill>
                <a:srgbClr val="0B0B0B"/>
              </a:solidFill>
              <a:prstDash val="solid"/>
              <a:miter lim="1976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780" name="Google Shape;1780;p29"/>
          <p:cNvSpPr txBox="1">
            <a:spLocks noGrp="1"/>
          </p:cNvSpPr>
          <p:nvPr>
            <p:ph type="title"/>
          </p:nvPr>
        </p:nvSpPr>
        <p:spPr>
          <a:xfrm>
            <a:off x="4221900" y="2322633"/>
            <a:ext cx="6770800" cy="126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81" name="Google Shape;1781;p29"/>
          <p:cNvSpPr txBox="1">
            <a:spLocks noGrp="1"/>
          </p:cNvSpPr>
          <p:nvPr>
            <p:ph type="title" idx="2"/>
          </p:nvPr>
        </p:nvSpPr>
        <p:spPr>
          <a:xfrm>
            <a:off x="4107967" y="3962500"/>
            <a:ext cx="6681600" cy="1005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dist="76200" dir="3000000" algn="bl" rotWithShape="0">
              <a:schemeClr val="dk1"/>
            </a:outerShdw>
          </a:effectLst>
        </p:spPr>
        <p:txBody>
          <a:bodyPr spcFirstLastPara="1" wrap="square" lIns="182875" tIns="91425" rIns="18287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2133">
                <a:latin typeface="Open Sans"/>
                <a:ea typeface="Open Sans"/>
                <a:cs typeface="Open Sans"/>
                <a:sym typeface="Open Sans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 sz="2133">
                <a:latin typeface="Open Sans"/>
                <a:ea typeface="Open Sans"/>
                <a:cs typeface="Open Sans"/>
                <a:sym typeface="Open Sans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 sz="2133">
                <a:latin typeface="Open Sans"/>
                <a:ea typeface="Open Sans"/>
                <a:cs typeface="Open Sans"/>
                <a:sym typeface="Open Sans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 sz="2133">
                <a:latin typeface="Open Sans"/>
                <a:ea typeface="Open Sans"/>
                <a:cs typeface="Open Sans"/>
                <a:sym typeface="Open Sans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 sz="2133">
                <a:latin typeface="Open Sans"/>
                <a:ea typeface="Open Sans"/>
                <a:cs typeface="Open Sans"/>
                <a:sym typeface="Open Sans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 sz="2133">
                <a:latin typeface="Open Sans"/>
                <a:ea typeface="Open Sans"/>
                <a:cs typeface="Open Sans"/>
                <a:sym typeface="Open Sans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 sz="2133">
                <a:latin typeface="Open Sans"/>
                <a:ea typeface="Open Sans"/>
                <a:cs typeface="Open Sans"/>
                <a:sym typeface="Open Sans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 sz="2133">
                <a:latin typeface="Open Sans"/>
                <a:ea typeface="Open Sans"/>
                <a:cs typeface="Open Sans"/>
                <a:sym typeface="Open Sans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 sz="2133"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9314758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17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915175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2162900" y="2011667"/>
            <a:ext cx="7866400" cy="222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73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11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11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11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11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11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11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11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11333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928400" y="4374100"/>
            <a:ext cx="6335200" cy="61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10684401" y="3485667"/>
            <a:ext cx="2180700" cy="2644733"/>
            <a:chOff x="8013300" y="2614250"/>
            <a:chExt cx="1635525" cy="1983550"/>
          </a:xfrm>
        </p:grpSpPr>
        <p:sp>
          <p:nvSpPr>
            <p:cNvPr id="12" name="Google Shape;12;p2"/>
            <p:cNvSpPr/>
            <p:nvPr/>
          </p:nvSpPr>
          <p:spPr>
            <a:xfrm>
              <a:off x="8308725" y="2614250"/>
              <a:ext cx="1340100" cy="13401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cxnSp>
          <p:nvCxnSpPr>
            <p:cNvPr id="13" name="Google Shape;13;p2"/>
            <p:cNvCxnSpPr/>
            <p:nvPr/>
          </p:nvCxnSpPr>
          <p:spPr>
            <a:xfrm rot="10800000" flipH="1">
              <a:off x="8013300" y="3690300"/>
              <a:ext cx="907500" cy="9075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83695490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960000" y="1604267"/>
            <a:ext cx="10272000" cy="310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5" name="Google Shape;25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492297" y="2676467"/>
            <a:ext cx="4636797" cy="451062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4"/>
          <p:cNvPicPr preferRelativeResize="0"/>
          <p:nvPr/>
        </p:nvPicPr>
        <p:blipFill rotWithShape="1">
          <a:blip r:embed="rId3">
            <a:alphaModFix amt="67000"/>
          </a:blip>
          <a:srcRect l="5149" r="5140"/>
          <a:stretch/>
        </p:blipFill>
        <p:spPr>
          <a:xfrm>
            <a:off x="-1830799" y="5134719"/>
            <a:ext cx="3563033" cy="28188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1825553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title" idx="2"/>
          </p:nvPr>
        </p:nvSpPr>
        <p:spPr>
          <a:xfrm>
            <a:off x="1303600" y="2163300"/>
            <a:ext cx="4562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title" idx="3"/>
          </p:nvPr>
        </p:nvSpPr>
        <p:spPr>
          <a:xfrm>
            <a:off x="6325664" y="2163300"/>
            <a:ext cx="4562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ubTitle" idx="1"/>
          </p:nvPr>
        </p:nvSpPr>
        <p:spPr>
          <a:xfrm>
            <a:off x="1303600" y="2926900"/>
            <a:ext cx="4562800" cy="2067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⎼"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ubTitle" idx="4"/>
          </p:nvPr>
        </p:nvSpPr>
        <p:spPr>
          <a:xfrm>
            <a:off x="6325672" y="2926900"/>
            <a:ext cx="4562800" cy="2067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⎼"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33" name="Google Shape;33;p5"/>
          <p:cNvPicPr preferRelativeResize="0"/>
          <p:nvPr/>
        </p:nvPicPr>
        <p:blipFill rotWithShape="1">
          <a:blip r:embed="rId2">
            <a:alphaModFix amt="67000"/>
          </a:blip>
          <a:srcRect l="5149" r="5140"/>
          <a:stretch/>
        </p:blipFill>
        <p:spPr>
          <a:xfrm rot="-1800000" flipH="1">
            <a:off x="-2216566" y="2694701"/>
            <a:ext cx="4605068" cy="5728268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5"/>
          <p:cNvSpPr/>
          <p:nvPr/>
        </p:nvSpPr>
        <p:spPr>
          <a:xfrm>
            <a:off x="-931631" y="5619567"/>
            <a:ext cx="3062800" cy="9008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5" name="Google Shape;35;p5"/>
          <p:cNvPicPr preferRelativeResize="0"/>
          <p:nvPr/>
        </p:nvPicPr>
        <p:blipFill rotWithShape="1">
          <a:blip r:embed="rId3">
            <a:alphaModFix amt="61000"/>
          </a:blip>
          <a:srcRect/>
          <a:stretch/>
        </p:blipFill>
        <p:spPr>
          <a:xfrm rot="-1800001" flipH="1">
            <a:off x="-878255" y="5457246"/>
            <a:ext cx="4397235" cy="3154735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5"/>
          <p:cNvSpPr/>
          <p:nvPr/>
        </p:nvSpPr>
        <p:spPr>
          <a:xfrm>
            <a:off x="11232000" y="1085200"/>
            <a:ext cx="3854400" cy="5622000"/>
          </a:xfrm>
          <a:prstGeom prst="round2SameRect">
            <a:avLst>
              <a:gd name="adj1" fmla="val 50000"/>
              <a:gd name="adj2" fmla="val 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02956417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39" name="Google Shape;39;p6"/>
          <p:cNvPicPr preferRelativeResize="0"/>
          <p:nvPr/>
        </p:nvPicPr>
        <p:blipFill rotWithShape="1">
          <a:blip r:embed="rId2">
            <a:alphaModFix amt="49000"/>
          </a:blip>
          <a:srcRect l="-2360" t="1000" r="2359" b="-999"/>
          <a:stretch/>
        </p:blipFill>
        <p:spPr>
          <a:xfrm>
            <a:off x="-2468166" y="-1113600"/>
            <a:ext cx="3457865" cy="4240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97801" y="3650601"/>
            <a:ext cx="3251865" cy="43397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" name="Google Shape;41;p6"/>
          <p:cNvCxnSpPr/>
          <p:nvPr/>
        </p:nvCxnSpPr>
        <p:spPr>
          <a:xfrm rot="10800000" flipH="1">
            <a:off x="10661500" y="-287833"/>
            <a:ext cx="1210000" cy="1210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8806933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1933667" y="1413633"/>
            <a:ext cx="8324800" cy="403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51" name="Google Shape;51;p8"/>
          <p:cNvGrpSpPr/>
          <p:nvPr/>
        </p:nvGrpSpPr>
        <p:grpSpPr>
          <a:xfrm>
            <a:off x="-2771333" y="2676755"/>
            <a:ext cx="17291287" cy="7263359"/>
            <a:chOff x="-2078500" y="2007566"/>
            <a:chExt cx="12968465" cy="5447519"/>
          </a:xfrm>
        </p:grpSpPr>
        <p:pic>
          <p:nvPicPr>
            <p:cNvPr id="52" name="Google Shape;52;p8"/>
            <p:cNvPicPr preferRelativeResize="0"/>
            <p:nvPr/>
          </p:nvPicPr>
          <p:blipFill rotWithShape="1">
            <a:blip r:embed="rId2">
              <a:alphaModFix amt="61000"/>
            </a:blip>
            <a:srcRect/>
            <a:stretch/>
          </p:blipFill>
          <p:spPr>
            <a:xfrm rot="1800001">
              <a:off x="6136016" y="4319759"/>
              <a:ext cx="3297926" cy="2366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" name="Google Shape;53;p8"/>
            <p:cNvPicPr preferRelativeResize="0"/>
            <p:nvPr/>
          </p:nvPicPr>
          <p:blipFill rotWithShape="1">
            <a:blip r:embed="rId3">
              <a:alphaModFix amt="67000"/>
            </a:blip>
            <a:srcRect l="5149" r="5140"/>
            <a:stretch/>
          </p:blipFill>
          <p:spPr>
            <a:xfrm rot="1800000">
              <a:off x="6593475" y="2583225"/>
              <a:ext cx="3453801" cy="42962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4" name="Google Shape;54;p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-2078500" y="2264050"/>
              <a:ext cx="4083151" cy="346502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5" name="Google Shape;55;p8"/>
          <p:cNvGrpSpPr/>
          <p:nvPr/>
        </p:nvGrpSpPr>
        <p:grpSpPr>
          <a:xfrm>
            <a:off x="9733034" y="-1044133"/>
            <a:ext cx="2222333" cy="2630600"/>
            <a:chOff x="7299775" y="-783100"/>
            <a:chExt cx="1666750" cy="1972950"/>
          </a:xfrm>
        </p:grpSpPr>
        <p:sp>
          <p:nvSpPr>
            <p:cNvPr id="56" name="Google Shape;56;p8"/>
            <p:cNvSpPr/>
            <p:nvPr/>
          </p:nvSpPr>
          <p:spPr>
            <a:xfrm>
              <a:off x="7626425" y="-783100"/>
              <a:ext cx="1340100" cy="13401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cxnSp>
          <p:nvCxnSpPr>
            <p:cNvPr id="57" name="Google Shape;57;p8"/>
            <p:cNvCxnSpPr/>
            <p:nvPr/>
          </p:nvCxnSpPr>
          <p:spPr>
            <a:xfrm rot="10800000" flipH="1">
              <a:off x="7299775" y="282350"/>
              <a:ext cx="907500" cy="9075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300361905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960000" y="2094100"/>
            <a:ext cx="5396000" cy="29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372524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-"/>
              <a:defRPr/>
            </a:lvl1pPr>
            <a:lvl2pPr marL="1219170" lvl="1" indent="-372524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○"/>
              <a:defRPr/>
            </a:lvl2pPr>
            <a:lvl3pPr marL="1828754" lvl="2" indent="-372524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■"/>
              <a:defRPr/>
            </a:lvl3pPr>
            <a:lvl4pPr marL="2438339" lvl="3" indent="-372524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○"/>
              <a:defRPr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■"/>
              <a:defRPr/>
            </a:lvl6pPr>
            <a:lvl7pPr marL="4267093" lvl="6" indent="-364058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●"/>
              <a:defRPr/>
            </a:lvl7pPr>
            <a:lvl8pPr marL="4876678" lvl="7" indent="-364058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○"/>
              <a:defRPr/>
            </a:lvl8pPr>
            <a:lvl9pPr marL="5486263" lvl="8" indent="-355591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0" name="Google Shape;60;p9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0041060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10"/>
          <p:cNvSpPr txBox="1">
            <a:spLocks noGrp="1"/>
          </p:cNvSpPr>
          <p:nvPr>
            <p:ph type="body" idx="1"/>
          </p:nvPr>
        </p:nvSpPr>
        <p:spPr>
          <a:xfrm>
            <a:off x="960000" y="3025600"/>
            <a:ext cx="10272000" cy="8068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30479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"/>
              <a:buNone/>
              <a:defRPr sz="5333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8476729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659675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title" idx="2"/>
          </p:nvPr>
        </p:nvSpPr>
        <p:spPr>
          <a:xfrm>
            <a:off x="2931096" y="2059533"/>
            <a:ext cx="2941600" cy="103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title" idx="3"/>
          </p:nvPr>
        </p:nvSpPr>
        <p:spPr>
          <a:xfrm>
            <a:off x="8125929" y="2059533"/>
            <a:ext cx="2941600" cy="103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subTitle" idx="1"/>
          </p:nvPr>
        </p:nvSpPr>
        <p:spPr>
          <a:xfrm>
            <a:off x="2931099" y="2932936"/>
            <a:ext cx="2941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ubTitle" idx="4"/>
          </p:nvPr>
        </p:nvSpPr>
        <p:spPr>
          <a:xfrm>
            <a:off x="8125932" y="2932936"/>
            <a:ext cx="2941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title" idx="5"/>
          </p:nvPr>
        </p:nvSpPr>
        <p:spPr>
          <a:xfrm>
            <a:off x="2931096" y="4092199"/>
            <a:ext cx="2941600" cy="103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title" idx="6"/>
          </p:nvPr>
        </p:nvSpPr>
        <p:spPr>
          <a:xfrm>
            <a:off x="8125929" y="4092199"/>
            <a:ext cx="2941600" cy="103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subTitle" idx="7"/>
          </p:nvPr>
        </p:nvSpPr>
        <p:spPr>
          <a:xfrm>
            <a:off x="2931131" y="4965600"/>
            <a:ext cx="2941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subTitle" idx="8"/>
          </p:nvPr>
        </p:nvSpPr>
        <p:spPr>
          <a:xfrm>
            <a:off x="8125937" y="4965600"/>
            <a:ext cx="2941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title" idx="9" hasCustomPrompt="1"/>
          </p:nvPr>
        </p:nvSpPr>
        <p:spPr>
          <a:xfrm>
            <a:off x="1437476" y="2242927"/>
            <a:ext cx="1034400" cy="10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9pPr>
          </a:lstStyle>
          <a:p>
            <a:r>
              <a:t>xx%</a:t>
            </a:r>
          </a:p>
        </p:txBody>
      </p:sp>
      <p:sp>
        <p:nvSpPr>
          <p:cNvPr id="85" name="Google Shape;85;p13"/>
          <p:cNvSpPr txBox="1">
            <a:spLocks noGrp="1"/>
          </p:cNvSpPr>
          <p:nvPr>
            <p:ph type="title" idx="13" hasCustomPrompt="1"/>
          </p:nvPr>
        </p:nvSpPr>
        <p:spPr>
          <a:xfrm>
            <a:off x="1437476" y="4278793"/>
            <a:ext cx="1034400" cy="10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9pPr>
          </a:lstStyle>
          <a:p>
            <a:r>
              <a:t>xx%</a:t>
            </a:r>
          </a:p>
        </p:txBody>
      </p:sp>
      <p:sp>
        <p:nvSpPr>
          <p:cNvPr id="86" name="Google Shape;86;p13"/>
          <p:cNvSpPr txBox="1">
            <a:spLocks noGrp="1"/>
          </p:cNvSpPr>
          <p:nvPr>
            <p:ph type="title" idx="14" hasCustomPrompt="1"/>
          </p:nvPr>
        </p:nvSpPr>
        <p:spPr>
          <a:xfrm>
            <a:off x="6429276" y="2242927"/>
            <a:ext cx="1034400" cy="10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9pPr>
          </a:lstStyle>
          <a:p>
            <a:r>
              <a:t>xx%</a:t>
            </a:r>
          </a:p>
        </p:txBody>
      </p:sp>
      <p:sp>
        <p:nvSpPr>
          <p:cNvPr id="87" name="Google Shape;87;p13"/>
          <p:cNvSpPr txBox="1">
            <a:spLocks noGrp="1"/>
          </p:cNvSpPr>
          <p:nvPr>
            <p:ph type="title" idx="15" hasCustomPrompt="1"/>
          </p:nvPr>
        </p:nvSpPr>
        <p:spPr>
          <a:xfrm>
            <a:off x="6429276" y="4278793"/>
            <a:ext cx="1034400" cy="10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9pPr>
          </a:lstStyle>
          <a:p>
            <a:r>
              <a:t>xx%</a:t>
            </a:r>
          </a:p>
        </p:txBody>
      </p:sp>
      <p:grpSp>
        <p:nvGrpSpPr>
          <p:cNvPr id="88" name="Google Shape;88;p13"/>
          <p:cNvGrpSpPr/>
          <p:nvPr/>
        </p:nvGrpSpPr>
        <p:grpSpPr>
          <a:xfrm>
            <a:off x="-1538166" y="-1159634"/>
            <a:ext cx="14469399" cy="8837299"/>
            <a:chOff x="-1153625" y="-869725"/>
            <a:chExt cx="10852049" cy="6627974"/>
          </a:xfrm>
        </p:grpSpPr>
        <p:pic>
          <p:nvPicPr>
            <p:cNvPr id="89" name="Google Shape;89;p13"/>
            <p:cNvPicPr preferRelativeResize="0"/>
            <p:nvPr/>
          </p:nvPicPr>
          <p:blipFill rotWithShape="1">
            <a:blip r:embed="rId2">
              <a:alphaModFix amt="25000"/>
            </a:blip>
            <a:srcRect/>
            <a:stretch/>
          </p:blipFill>
          <p:spPr>
            <a:xfrm>
              <a:off x="-1153625" y="4104250"/>
              <a:ext cx="2206200" cy="16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0" name="Google Shape;90;p1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649300" y="-869725"/>
              <a:ext cx="2049124" cy="1993376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91" name="Google Shape;91;p13"/>
          <p:cNvCxnSpPr/>
          <p:nvPr/>
        </p:nvCxnSpPr>
        <p:spPr>
          <a:xfrm rot="10800000" flipH="1">
            <a:off x="11387833" y="5126600"/>
            <a:ext cx="1210000" cy="1210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98583124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>
            <a:spLocks noGrp="1"/>
          </p:cNvSpPr>
          <p:nvPr>
            <p:ph type="title"/>
          </p:nvPr>
        </p:nvSpPr>
        <p:spPr>
          <a:xfrm>
            <a:off x="3062400" y="3912800"/>
            <a:ext cx="6067200" cy="5388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667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4" name="Google Shape;94;p14"/>
          <p:cNvSpPr txBox="1">
            <a:spLocks noGrp="1"/>
          </p:cNvSpPr>
          <p:nvPr>
            <p:ph type="subTitle" idx="1"/>
          </p:nvPr>
        </p:nvSpPr>
        <p:spPr>
          <a:xfrm>
            <a:off x="3062400" y="2406400"/>
            <a:ext cx="6067200" cy="150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94440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97" name="Google Shape;97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671167" y="-1459500"/>
            <a:ext cx="3251865" cy="43397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8" name="Google Shape;98;p15"/>
          <p:cNvCxnSpPr/>
          <p:nvPr/>
        </p:nvCxnSpPr>
        <p:spPr>
          <a:xfrm rot="10800000" flipH="1">
            <a:off x="-367600" y="5986367"/>
            <a:ext cx="1210000" cy="1210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33226119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">
  <p:cSld name="Numbers and text 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6"/>
          <p:cNvSpPr txBox="1">
            <a:spLocks noGrp="1"/>
          </p:cNvSpPr>
          <p:nvPr>
            <p:ph type="title" hasCustomPrompt="1"/>
          </p:nvPr>
        </p:nvSpPr>
        <p:spPr>
          <a:xfrm>
            <a:off x="1619167" y="1688697"/>
            <a:ext cx="4501600" cy="110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6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3333"/>
            </a:lvl9pPr>
          </a:lstStyle>
          <a:p>
            <a:r>
              <a:t>xx%</a:t>
            </a:r>
          </a:p>
        </p:txBody>
      </p:sp>
      <p:sp>
        <p:nvSpPr>
          <p:cNvPr id="101" name="Google Shape;101;p16"/>
          <p:cNvSpPr txBox="1">
            <a:spLocks noGrp="1"/>
          </p:cNvSpPr>
          <p:nvPr>
            <p:ph type="subTitle" idx="1"/>
          </p:nvPr>
        </p:nvSpPr>
        <p:spPr>
          <a:xfrm>
            <a:off x="1619167" y="2789736"/>
            <a:ext cx="4501600" cy="5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2" name="Google Shape;102;p16"/>
          <p:cNvSpPr txBox="1">
            <a:spLocks noGrp="1"/>
          </p:cNvSpPr>
          <p:nvPr>
            <p:ph type="title" idx="2" hasCustomPrompt="1"/>
          </p:nvPr>
        </p:nvSpPr>
        <p:spPr>
          <a:xfrm>
            <a:off x="6071233" y="1688697"/>
            <a:ext cx="4501600" cy="110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6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3333"/>
            </a:lvl9pPr>
          </a:lstStyle>
          <a:p>
            <a:r>
              <a:t>xx%</a:t>
            </a:r>
          </a:p>
        </p:txBody>
      </p:sp>
      <p:sp>
        <p:nvSpPr>
          <p:cNvPr id="103" name="Google Shape;103;p16"/>
          <p:cNvSpPr txBox="1">
            <a:spLocks noGrp="1"/>
          </p:cNvSpPr>
          <p:nvPr>
            <p:ph type="subTitle" idx="3"/>
          </p:nvPr>
        </p:nvSpPr>
        <p:spPr>
          <a:xfrm>
            <a:off x="6071233" y="2789736"/>
            <a:ext cx="4501600" cy="5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4" name="Google Shape;104;p16"/>
          <p:cNvSpPr txBox="1">
            <a:spLocks noGrp="1"/>
          </p:cNvSpPr>
          <p:nvPr>
            <p:ph type="title" idx="4" hasCustomPrompt="1"/>
          </p:nvPr>
        </p:nvSpPr>
        <p:spPr>
          <a:xfrm>
            <a:off x="6071233" y="3503864"/>
            <a:ext cx="4501600" cy="110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6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3333"/>
            </a:lvl9pPr>
          </a:lstStyle>
          <a:p>
            <a:r>
              <a:t>xx%</a:t>
            </a:r>
          </a:p>
        </p:txBody>
      </p:sp>
      <p:sp>
        <p:nvSpPr>
          <p:cNvPr id="105" name="Google Shape;105;p16"/>
          <p:cNvSpPr txBox="1">
            <a:spLocks noGrp="1"/>
          </p:cNvSpPr>
          <p:nvPr>
            <p:ph type="subTitle" idx="5"/>
          </p:nvPr>
        </p:nvSpPr>
        <p:spPr>
          <a:xfrm>
            <a:off x="6071233" y="4604903"/>
            <a:ext cx="4501600" cy="5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6" name="Google Shape;106;p16"/>
          <p:cNvSpPr txBox="1">
            <a:spLocks noGrp="1"/>
          </p:cNvSpPr>
          <p:nvPr>
            <p:ph type="title" idx="6" hasCustomPrompt="1"/>
          </p:nvPr>
        </p:nvSpPr>
        <p:spPr>
          <a:xfrm>
            <a:off x="1619167" y="3503864"/>
            <a:ext cx="4501600" cy="110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6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3333"/>
            </a:lvl9pPr>
          </a:lstStyle>
          <a:p>
            <a:r>
              <a:t>xx%</a:t>
            </a:r>
          </a:p>
        </p:txBody>
      </p:sp>
      <p:sp>
        <p:nvSpPr>
          <p:cNvPr id="107" name="Google Shape;107;p16"/>
          <p:cNvSpPr txBox="1">
            <a:spLocks noGrp="1"/>
          </p:cNvSpPr>
          <p:nvPr>
            <p:ph type="subTitle" idx="7"/>
          </p:nvPr>
        </p:nvSpPr>
        <p:spPr>
          <a:xfrm>
            <a:off x="1619167" y="4604903"/>
            <a:ext cx="4501600" cy="5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108" name="Google Shape;108;p16"/>
          <p:cNvPicPr preferRelativeResize="0"/>
          <p:nvPr/>
        </p:nvPicPr>
        <p:blipFill rotWithShape="1">
          <a:blip r:embed="rId2">
            <a:alphaModFix amt="88000"/>
          </a:blip>
          <a:srcRect/>
          <a:stretch/>
        </p:blipFill>
        <p:spPr>
          <a:xfrm>
            <a:off x="-1239033" y="4895567"/>
            <a:ext cx="4397232" cy="36893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6"/>
          <p:cNvPicPr preferRelativeResize="0"/>
          <p:nvPr/>
        </p:nvPicPr>
        <p:blipFill rotWithShape="1">
          <a:blip r:embed="rId3">
            <a:alphaModFix amt="67000"/>
          </a:blip>
          <a:srcRect l="5149" r="5140"/>
          <a:stretch/>
        </p:blipFill>
        <p:spPr>
          <a:xfrm>
            <a:off x="-2432934" y="3738501"/>
            <a:ext cx="4605067" cy="44797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80734" y="-2172267"/>
            <a:ext cx="5444201" cy="4620032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6"/>
          <p:cNvSpPr/>
          <p:nvPr/>
        </p:nvSpPr>
        <p:spPr>
          <a:xfrm>
            <a:off x="10635200" y="4154900"/>
            <a:ext cx="1786800" cy="17868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12" name="Google Shape;112;p16"/>
          <p:cNvCxnSpPr/>
          <p:nvPr/>
        </p:nvCxnSpPr>
        <p:spPr>
          <a:xfrm rot="10800000" flipH="1">
            <a:off x="10241300" y="5589633"/>
            <a:ext cx="1210000" cy="1210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39686807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026000" y="3726300"/>
            <a:ext cx="32060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5" name="Google Shape;115;p17"/>
          <p:cNvSpPr txBox="1">
            <a:spLocks noGrp="1"/>
          </p:cNvSpPr>
          <p:nvPr>
            <p:ph type="title" idx="2"/>
          </p:nvPr>
        </p:nvSpPr>
        <p:spPr>
          <a:xfrm>
            <a:off x="4492997" y="3726300"/>
            <a:ext cx="32060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6" name="Google Shape;116;p17"/>
          <p:cNvSpPr txBox="1">
            <a:spLocks noGrp="1"/>
          </p:cNvSpPr>
          <p:nvPr>
            <p:ph type="subTitle" idx="1"/>
          </p:nvPr>
        </p:nvSpPr>
        <p:spPr>
          <a:xfrm>
            <a:off x="960000" y="4149500"/>
            <a:ext cx="3206000" cy="1010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7" name="Google Shape;117;p17"/>
          <p:cNvSpPr txBox="1">
            <a:spLocks noGrp="1"/>
          </p:cNvSpPr>
          <p:nvPr>
            <p:ph type="subTitle" idx="3"/>
          </p:nvPr>
        </p:nvSpPr>
        <p:spPr>
          <a:xfrm>
            <a:off x="4492988" y="4149500"/>
            <a:ext cx="3206000" cy="1010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8" name="Google Shape;118;p17"/>
          <p:cNvSpPr txBox="1">
            <a:spLocks noGrp="1"/>
          </p:cNvSpPr>
          <p:nvPr>
            <p:ph type="title" idx="4"/>
          </p:nvPr>
        </p:nvSpPr>
        <p:spPr>
          <a:xfrm>
            <a:off x="960001" y="3726300"/>
            <a:ext cx="32060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9" name="Google Shape;119;p17"/>
          <p:cNvSpPr txBox="1">
            <a:spLocks noGrp="1"/>
          </p:cNvSpPr>
          <p:nvPr>
            <p:ph type="subTitle" idx="5"/>
          </p:nvPr>
        </p:nvSpPr>
        <p:spPr>
          <a:xfrm>
            <a:off x="8026000" y="4149500"/>
            <a:ext cx="3206000" cy="1010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0" name="Google Shape;120;p17"/>
          <p:cNvSpPr txBox="1">
            <a:spLocks noGrp="1"/>
          </p:cNvSpPr>
          <p:nvPr>
            <p:ph type="title" idx="6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121" name="Google Shape;12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693801" y="-979067"/>
            <a:ext cx="5444201" cy="30259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2" name="Google Shape;122;p17"/>
          <p:cNvCxnSpPr/>
          <p:nvPr/>
        </p:nvCxnSpPr>
        <p:spPr>
          <a:xfrm rot="10800000" flipH="1">
            <a:off x="710467" y="5970667"/>
            <a:ext cx="1210000" cy="1210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60111722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Title and three columns 1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8"/>
          <p:cNvSpPr txBox="1">
            <a:spLocks noGrp="1"/>
          </p:cNvSpPr>
          <p:nvPr>
            <p:ph type="title"/>
          </p:nvPr>
        </p:nvSpPr>
        <p:spPr>
          <a:xfrm>
            <a:off x="8026000" y="2069400"/>
            <a:ext cx="32060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5" name="Google Shape;125;p18"/>
          <p:cNvSpPr txBox="1">
            <a:spLocks noGrp="1"/>
          </p:cNvSpPr>
          <p:nvPr>
            <p:ph type="title" idx="2"/>
          </p:nvPr>
        </p:nvSpPr>
        <p:spPr>
          <a:xfrm>
            <a:off x="4492997" y="2069400"/>
            <a:ext cx="32060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6" name="Google Shape;126;p18"/>
          <p:cNvSpPr txBox="1">
            <a:spLocks noGrp="1"/>
          </p:cNvSpPr>
          <p:nvPr>
            <p:ph type="subTitle" idx="1"/>
          </p:nvPr>
        </p:nvSpPr>
        <p:spPr>
          <a:xfrm>
            <a:off x="960001" y="3111033"/>
            <a:ext cx="3206000" cy="11816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7" name="Google Shape;127;p18"/>
          <p:cNvSpPr txBox="1">
            <a:spLocks noGrp="1"/>
          </p:cNvSpPr>
          <p:nvPr>
            <p:ph type="subTitle" idx="3"/>
          </p:nvPr>
        </p:nvSpPr>
        <p:spPr>
          <a:xfrm>
            <a:off x="4492988" y="3111033"/>
            <a:ext cx="3206000" cy="11816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8" name="Google Shape;128;p18"/>
          <p:cNvSpPr txBox="1">
            <a:spLocks noGrp="1"/>
          </p:cNvSpPr>
          <p:nvPr>
            <p:ph type="title" idx="4"/>
          </p:nvPr>
        </p:nvSpPr>
        <p:spPr>
          <a:xfrm>
            <a:off x="960001" y="2069400"/>
            <a:ext cx="32060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9" name="Google Shape;129;p18"/>
          <p:cNvSpPr txBox="1">
            <a:spLocks noGrp="1"/>
          </p:cNvSpPr>
          <p:nvPr>
            <p:ph type="subTitle" idx="5"/>
          </p:nvPr>
        </p:nvSpPr>
        <p:spPr>
          <a:xfrm>
            <a:off x="8026000" y="3111033"/>
            <a:ext cx="3206000" cy="11816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0" name="Google Shape;130;p18"/>
          <p:cNvSpPr txBox="1">
            <a:spLocks noGrp="1"/>
          </p:cNvSpPr>
          <p:nvPr>
            <p:ph type="title" idx="6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131" name="Google Shape;131;p18"/>
          <p:cNvPicPr preferRelativeResize="0"/>
          <p:nvPr/>
        </p:nvPicPr>
        <p:blipFill rotWithShape="1">
          <a:blip r:embed="rId2">
            <a:alphaModFix amt="67000"/>
          </a:blip>
          <a:srcRect l="5149" r="5140"/>
          <a:stretch/>
        </p:blipFill>
        <p:spPr>
          <a:xfrm rot="1800000">
            <a:off x="9621234" y="-3477033"/>
            <a:ext cx="4605068" cy="57282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8"/>
          <p:cNvPicPr preferRelativeResize="0"/>
          <p:nvPr/>
        </p:nvPicPr>
        <p:blipFill rotWithShape="1">
          <a:blip r:embed="rId3">
            <a:alphaModFix amt="88000"/>
          </a:blip>
          <a:srcRect/>
          <a:stretch/>
        </p:blipFill>
        <p:spPr>
          <a:xfrm>
            <a:off x="10521567" y="5303501"/>
            <a:ext cx="4397232" cy="368933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3" name="Google Shape;133;p18"/>
          <p:cNvCxnSpPr/>
          <p:nvPr/>
        </p:nvCxnSpPr>
        <p:spPr>
          <a:xfrm rot="10800000" flipH="1">
            <a:off x="-288367" y="5351667"/>
            <a:ext cx="1210000" cy="1210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34574840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 1">
  <p:cSld name="Title and text  1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9"/>
          <p:cNvSpPr txBox="1">
            <a:spLocks noGrp="1"/>
          </p:cNvSpPr>
          <p:nvPr>
            <p:ph type="subTitle" idx="1"/>
          </p:nvPr>
        </p:nvSpPr>
        <p:spPr>
          <a:xfrm>
            <a:off x="951133" y="3326651"/>
            <a:ext cx="3214000" cy="13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6" name="Google Shape;136;p19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37" name="Google Shape;137;p19"/>
          <p:cNvGrpSpPr/>
          <p:nvPr/>
        </p:nvGrpSpPr>
        <p:grpSpPr>
          <a:xfrm>
            <a:off x="-2180500" y="-4126765"/>
            <a:ext cx="18648701" cy="13144164"/>
            <a:chOff x="-1635375" y="-3095074"/>
            <a:chExt cx="13986526" cy="9858123"/>
          </a:xfrm>
        </p:grpSpPr>
        <p:pic>
          <p:nvPicPr>
            <p:cNvPr id="138" name="Google Shape;138;p19"/>
            <p:cNvPicPr preferRelativeResize="0"/>
            <p:nvPr/>
          </p:nvPicPr>
          <p:blipFill rotWithShape="1">
            <a:blip r:embed="rId2">
              <a:alphaModFix amt="49000"/>
            </a:blip>
            <a:srcRect l="-2359" t="1000" r="-680" b="-999"/>
            <a:stretch/>
          </p:blipFill>
          <p:spPr>
            <a:xfrm rot="2434265">
              <a:off x="7697399" y="-2426049"/>
              <a:ext cx="3673429" cy="4372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9" name="Google Shape;139;p1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1635375" y="3298025"/>
              <a:ext cx="4083151" cy="3465024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32610742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0"/>
          <p:cNvSpPr txBox="1">
            <a:spLocks noGrp="1"/>
          </p:cNvSpPr>
          <p:nvPr>
            <p:ph type="ctrTitle"/>
          </p:nvPr>
        </p:nvSpPr>
        <p:spPr>
          <a:xfrm>
            <a:off x="2834400" y="964700"/>
            <a:ext cx="6523200" cy="154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9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11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11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11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11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11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11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11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11333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2" name="Google Shape;142;p20"/>
          <p:cNvSpPr txBox="1">
            <a:spLocks noGrp="1"/>
          </p:cNvSpPr>
          <p:nvPr>
            <p:ph type="subTitle" idx="1"/>
          </p:nvPr>
        </p:nvSpPr>
        <p:spPr>
          <a:xfrm>
            <a:off x="4159333" y="2519600"/>
            <a:ext cx="3873200" cy="142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3" name="Google Shape;143;p20"/>
          <p:cNvSpPr txBox="1">
            <a:spLocks noGrp="1"/>
          </p:cNvSpPr>
          <p:nvPr>
            <p:ph type="subTitle" idx="2"/>
          </p:nvPr>
        </p:nvSpPr>
        <p:spPr>
          <a:xfrm>
            <a:off x="2834400" y="5421033"/>
            <a:ext cx="6523200" cy="51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145" name="Google Shape;145;p20"/>
          <p:cNvGrpSpPr/>
          <p:nvPr/>
        </p:nvGrpSpPr>
        <p:grpSpPr>
          <a:xfrm>
            <a:off x="-2222733" y="-1623567"/>
            <a:ext cx="16564732" cy="9406635"/>
            <a:chOff x="-1667050" y="-1217675"/>
            <a:chExt cx="12423549" cy="7054976"/>
          </a:xfrm>
        </p:grpSpPr>
        <p:pic>
          <p:nvPicPr>
            <p:cNvPr id="146" name="Google Shape;146;p20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1667050" y="-1217675"/>
              <a:ext cx="4083151" cy="3465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7" name="Google Shape;147;p20"/>
            <p:cNvPicPr preferRelativeResize="0"/>
            <p:nvPr/>
          </p:nvPicPr>
          <p:blipFill rotWithShape="1">
            <a:blip r:embed="rId3">
              <a:alphaModFix amt="88000"/>
            </a:blip>
            <a:srcRect/>
            <a:stretch/>
          </p:blipFill>
          <p:spPr>
            <a:xfrm>
              <a:off x="7458575" y="3070300"/>
              <a:ext cx="3297924" cy="27670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8" name="Google Shape;148;p20"/>
            <p:cNvPicPr preferRelativeResize="0"/>
            <p:nvPr/>
          </p:nvPicPr>
          <p:blipFill rotWithShape="1">
            <a:blip r:embed="rId4">
              <a:alphaModFix amt="67000"/>
            </a:blip>
            <a:srcRect l="5149" r="5140"/>
            <a:stretch/>
          </p:blipFill>
          <p:spPr>
            <a:xfrm>
              <a:off x="6567225" y="2202500"/>
              <a:ext cx="3453800" cy="33598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9" name="Google Shape;149;p20"/>
          <p:cNvSpPr/>
          <p:nvPr/>
        </p:nvSpPr>
        <p:spPr>
          <a:xfrm>
            <a:off x="-2264900" y="633033"/>
            <a:ext cx="3734800" cy="3734800"/>
          </a:xfrm>
          <a:prstGeom prst="round2SameRect">
            <a:avLst>
              <a:gd name="adj1" fmla="val 50000"/>
              <a:gd name="adj2" fmla="val 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04943430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492297" y="2676467"/>
            <a:ext cx="4636797" cy="45106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1"/>
          <p:cNvPicPr preferRelativeResize="0"/>
          <p:nvPr/>
        </p:nvPicPr>
        <p:blipFill rotWithShape="1">
          <a:blip r:embed="rId3">
            <a:alphaModFix amt="67000"/>
          </a:blip>
          <a:srcRect l="5149" r="5140"/>
          <a:stretch/>
        </p:blipFill>
        <p:spPr>
          <a:xfrm>
            <a:off x="-1830799" y="5134719"/>
            <a:ext cx="3563033" cy="28188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7610524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" name="Google Shape;154;p22"/>
          <p:cNvGrpSpPr/>
          <p:nvPr/>
        </p:nvGrpSpPr>
        <p:grpSpPr>
          <a:xfrm>
            <a:off x="-2180500" y="-4126765"/>
            <a:ext cx="18648701" cy="13144164"/>
            <a:chOff x="-1635375" y="-3095074"/>
            <a:chExt cx="13986526" cy="9858123"/>
          </a:xfrm>
        </p:grpSpPr>
        <p:pic>
          <p:nvPicPr>
            <p:cNvPr id="155" name="Google Shape;155;p22"/>
            <p:cNvPicPr preferRelativeResize="0"/>
            <p:nvPr/>
          </p:nvPicPr>
          <p:blipFill rotWithShape="1">
            <a:blip r:embed="rId2">
              <a:alphaModFix amt="49000"/>
            </a:blip>
            <a:srcRect l="-2359" t="1000" r="-680" b="-999"/>
            <a:stretch/>
          </p:blipFill>
          <p:spPr>
            <a:xfrm rot="2434265">
              <a:off x="7697399" y="-2426049"/>
              <a:ext cx="3673429" cy="4372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6" name="Google Shape;156;p2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1635375" y="3298025"/>
              <a:ext cx="4083151" cy="3465024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32199728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881358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>
  <p:cSld name="Title only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5"/>
          <p:cNvSpPr txBox="1">
            <a:spLocks noGrp="1"/>
          </p:cNvSpPr>
          <p:nvPr>
            <p:ph type="title"/>
          </p:nvPr>
        </p:nvSpPr>
        <p:spPr>
          <a:xfrm>
            <a:off x="955700" y="681200"/>
            <a:ext cx="10280800" cy="6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02220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40.xml"/><Relationship Id="rId1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9.xml"/><Relationship Id="rId17" Type="http://schemas.openxmlformats.org/officeDocument/2006/relationships/slideLayout" Target="../slideLayouts/slideLayout44.xml"/><Relationship Id="rId2" Type="http://schemas.openxmlformats.org/officeDocument/2006/relationships/slideLayout" Target="../slideLayouts/slideLayout29.xml"/><Relationship Id="rId16" Type="http://schemas.openxmlformats.org/officeDocument/2006/relationships/slideLayout" Target="../slideLayouts/slideLayout43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37.xml"/><Relationship Id="rId19" Type="http://schemas.openxmlformats.org/officeDocument/2006/relationships/theme" Target="../theme/theme3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41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47.xml"/><Relationship Id="rId1" Type="http://schemas.openxmlformats.org/officeDocument/2006/relationships/slideLayout" Target="../slideLayouts/slideLayout4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noFill/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60000" y="1032256"/>
            <a:ext cx="10272000" cy="8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pen Sans ExtraBold"/>
              <a:buNone/>
              <a:defRPr sz="3200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60000" y="2394867"/>
            <a:ext cx="10272000" cy="43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Open Sans"/>
              <a:buChar char="■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16732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3" r:id="rId21"/>
    <p:sldLayoutId id="2147483684" r:id="rId22"/>
    <p:sldLayoutId id="2147483685" r:id="rId23"/>
    <p:sldLayoutId id="2147483686" r:id="rId24"/>
    <p:sldLayoutId id="2147483687" r:id="rId25"/>
    <p:sldLayoutId id="2147483688" r:id="rId26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1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3" name="Google Shape;1783;p30"/>
          <p:cNvSpPr txBox="1">
            <a:spLocks noGrp="1"/>
          </p:cNvSpPr>
          <p:nvPr>
            <p:ph type="title"/>
          </p:nvPr>
        </p:nvSpPr>
        <p:spPr>
          <a:xfrm>
            <a:off x="1424133" y="1244600"/>
            <a:ext cx="93964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1784" name="Google Shape;1784;p30"/>
          <p:cNvSpPr txBox="1">
            <a:spLocks noGrp="1"/>
          </p:cNvSpPr>
          <p:nvPr>
            <p:ph type="body" idx="1"/>
          </p:nvPr>
        </p:nvSpPr>
        <p:spPr>
          <a:xfrm>
            <a:off x="1424133" y="2260600"/>
            <a:ext cx="93964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581215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90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2846967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92" r:id="rId1"/>
    <p:sldLayoutId id="2147483694" r:id="rId2"/>
    <p:sldLayoutId id="2147483695" r:id="rId3"/>
    <p:sldLayoutId id="2147483696" r:id="rId4"/>
    <p:sldLayoutId id="2147483698" r:id="rId5"/>
    <p:sldLayoutId id="2147483699" r:id="rId6"/>
    <p:sldLayoutId id="2147483700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  <p:sldLayoutId id="2147483711" r:id="rId17"/>
    <p:sldLayoutId id="2147483712" r:id="rId18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3"/>
          <p:cNvSpPr txBox="1">
            <a:spLocks noGrp="1"/>
          </p:cNvSpPr>
          <p:nvPr>
            <p:ph type="title"/>
          </p:nvPr>
        </p:nvSpPr>
        <p:spPr>
          <a:xfrm>
            <a:off x="1424133" y="1244600"/>
            <a:ext cx="93964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59" name="Google Shape;159;p23"/>
          <p:cNvSpPr txBox="1">
            <a:spLocks noGrp="1"/>
          </p:cNvSpPr>
          <p:nvPr>
            <p:ph type="body" idx="1"/>
          </p:nvPr>
        </p:nvSpPr>
        <p:spPr>
          <a:xfrm>
            <a:off x="1424133" y="2260600"/>
            <a:ext cx="93964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3467415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14" r:id="rId1"/>
    <p:sldLayoutId id="2147483715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9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arinedatascience.co/software/index.html" TargetMode="External"/><Relationship Id="rId7" Type="http://schemas.openxmlformats.org/officeDocument/2006/relationships/image" Target="../media/image19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1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15365-6A18-06B2-7A2D-A6536BED41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sz="13800" b="1" dirty="0"/>
              <a:t>Skolar</a:t>
            </a:r>
            <a:endParaRPr lang="en-US" sz="138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08F93D-2F25-4B1F-A365-E38198E947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sz="2400" dirty="0"/>
              <a:t>A brand new school management system.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58713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A811D-5C72-9441-7233-CB401192A2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62900" y="2400287"/>
            <a:ext cx="7866400" cy="2220800"/>
          </a:xfrm>
        </p:spPr>
        <p:txBody>
          <a:bodyPr/>
          <a:lstStyle/>
          <a:p>
            <a:r>
              <a:rPr lang="fr-FR" dirty="0"/>
              <a:t>Introduction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D0C8B9-726F-8CBB-318F-10382DE2EC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28400" y="2263360"/>
            <a:ext cx="6335200" cy="613600"/>
          </a:xfrm>
        </p:spPr>
        <p:txBody>
          <a:bodyPr/>
          <a:lstStyle/>
          <a:p>
            <a:r>
              <a:rPr lang="fr-FR" dirty="0"/>
              <a:t>Part 1.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2543784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7BED9-AA35-667C-3455-9E0C439F8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6000" dirty="0"/>
              <a:t>What </a:t>
            </a:r>
            <a:r>
              <a:rPr lang="fr-FR" sz="6000" dirty="0" err="1"/>
              <a:t>is</a:t>
            </a:r>
            <a:r>
              <a:rPr lang="fr-FR" sz="6000" dirty="0"/>
              <a:t> Skolar?</a:t>
            </a:r>
            <a:endParaRPr lang="en-US" sz="6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415CC8-CC27-8C3A-3058-5EA1D607F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3780" y="2113836"/>
            <a:ext cx="5486520" cy="3101200"/>
          </a:xfrm>
        </p:spPr>
        <p:txBody>
          <a:bodyPr/>
          <a:lstStyle/>
          <a:p>
            <a:r>
              <a:rPr lang="en-US" sz="2400" dirty="0"/>
              <a:t>Skolar is an innovative Content Management System (CMS) designed specifically for schools.</a:t>
            </a:r>
          </a:p>
          <a:p>
            <a:endParaRPr lang="en-US" sz="2400" dirty="0"/>
          </a:p>
          <a:p>
            <a:r>
              <a:rPr lang="en-US" sz="2400" dirty="0"/>
              <a:t>It streamlines resource management and distribution within educational institutions.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E3733CF-5D11-F2A7-E3D8-2D3C43086A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7940" y="1815228"/>
            <a:ext cx="5615940" cy="3399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5138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A811D-5C72-9441-7233-CB401192A2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62900" y="2400287"/>
            <a:ext cx="7866400" cy="2220800"/>
          </a:xfrm>
        </p:spPr>
        <p:txBody>
          <a:bodyPr/>
          <a:lstStyle/>
          <a:p>
            <a:r>
              <a:rPr lang="fr-FR" dirty="0"/>
              <a:t>Key </a:t>
            </a:r>
            <a:r>
              <a:rPr lang="fr-FR" dirty="0" err="1"/>
              <a:t>Features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D0C8B9-726F-8CBB-318F-10382DE2EC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28400" y="2263360"/>
            <a:ext cx="6335200" cy="613600"/>
          </a:xfrm>
        </p:spPr>
        <p:txBody>
          <a:bodyPr/>
          <a:lstStyle/>
          <a:p>
            <a:r>
              <a:rPr lang="fr-FR" dirty="0"/>
              <a:t>Part 2.</a:t>
            </a:r>
            <a:endParaRPr lang="en-US" dirty="0"/>
          </a:p>
        </p:txBody>
      </p:sp>
      <p:pic>
        <p:nvPicPr>
          <p:cNvPr id="7" name="Graphic 6" descr="Braille with solid fill">
            <a:extLst>
              <a:ext uri="{FF2B5EF4-FFF2-40B4-BE49-F238E27FC236}">
                <a16:creationId xmlns:a16="http://schemas.microsoft.com/office/drawing/2014/main" id="{949E55C1-4B70-29FB-DFAF-14C546A997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975360" y="-1073990"/>
            <a:ext cx="4183380" cy="4183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375066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7062C-B495-3B02-3771-A464FEA3B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8375" y="1318803"/>
            <a:ext cx="3387173" cy="1006273"/>
          </a:xfrm>
        </p:spPr>
        <p:txBody>
          <a:bodyPr/>
          <a:lstStyle/>
          <a:p>
            <a:r>
              <a:rPr lang="en-US" sz="3600" b="1" dirty="0"/>
              <a:t>Student Panel</a:t>
            </a:r>
            <a:endParaRPr lang="en-US" sz="3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4D6659-DD53-F309-4CD9-2A4596C832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19167" y="2324916"/>
            <a:ext cx="4366381" cy="564400"/>
          </a:xfrm>
        </p:spPr>
        <p:txBody>
          <a:bodyPr/>
          <a:lstStyle/>
          <a:p>
            <a:pPr marL="92075" indent="0"/>
            <a:r>
              <a:rPr lang="en-US" sz="1800" dirty="0"/>
              <a:t>Students can access resources, exercises, and see their grades.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F27B165-729C-7A4E-A642-E16E5BE075DC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7185659" y="1318803"/>
            <a:ext cx="3387173" cy="1006274"/>
          </a:xfrm>
        </p:spPr>
        <p:txBody>
          <a:bodyPr/>
          <a:lstStyle/>
          <a:p>
            <a:r>
              <a:rPr lang="en-US" sz="3600" b="1" dirty="0"/>
              <a:t>Teacher Panel</a:t>
            </a:r>
            <a:endParaRPr lang="en-US" sz="3600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6E1A681-D01A-3916-51DF-96F05FDB4A2B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6206449" y="2324916"/>
            <a:ext cx="4366383" cy="776968"/>
          </a:xfrm>
        </p:spPr>
        <p:txBody>
          <a:bodyPr/>
          <a:lstStyle/>
          <a:p>
            <a:pPr marL="92075" indent="0"/>
            <a:r>
              <a:rPr lang="en-US" sz="1800" dirty="0"/>
              <a:t>Teachers can upload resources and lessons and submit grades.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FDAF566-08F8-83D2-9B85-119E9B875B51}"/>
              </a:ext>
            </a:extLst>
          </p:cNvPr>
          <p:cNvSpPr>
            <a:spLocks noGrp="1"/>
          </p:cNvSpPr>
          <p:nvPr>
            <p:ph type="title" idx="4"/>
          </p:nvPr>
        </p:nvSpPr>
        <p:spPr>
          <a:xfrm>
            <a:off x="4069080" y="3751461"/>
            <a:ext cx="4792980" cy="975523"/>
          </a:xfrm>
        </p:spPr>
        <p:txBody>
          <a:bodyPr/>
          <a:lstStyle/>
          <a:p>
            <a:r>
              <a:rPr lang="fr-FR" sz="3600" dirty="0"/>
              <a:t>Administration Panel </a:t>
            </a:r>
            <a:endParaRPr lang="en-US" sz="3600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799C875A-93D8-BBE2-5C3A-6ACE433FBF5C}"/>
              </a:ext>
            </a:extLst>
          </p:cNvPr>
          <p:cNvSpPr>
            <a:spLocks noGrp="1"/>
          </p:cNvSpPr>
          <p:nvPr>
            <p:ph type="subTitle" idx="5"/>
          </p:nvPr>
        </p:nvSpPr>
        <p:spPr>
          <a:xfrm>
            <a:off x="3535678" y="4643003"/>
            <a:ext cx="5034957" cy="891540"/>
          </a:xfrm>
        </p:spPr>
        <p:txBody>
          <a:bodyPr/>
          <a:lstStyle/>
          <a:p>
            <a:pPr marL="92075" indent="0"/>
            <a:r>
              <a:rPr lang="en-US" sz="1800" dirty="0"/>
              <a:t>Manages school articles in a blog-like system, which visitors can view.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8052E4D-2BE6-171A-D509-1FD574161341}"/>
              </a:ext>
            </a:extLst>
          </p:cNvPr>
          <p:cNvSpPr/>
          <p:nvPr/>
        </p:nvSpPr>
        <p:spPr>
          <a:xfrm>
            <a:off x="3329940" y="3762913"/>
            <a:ext cx="5532120" cy="1783080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B6DA00E-6610-CB4D-B817-CD47DFDDDD3C}"/>
              </a:ext>
            </a:extLst>
          </p:cNvPr>
          <p:cNvSpPr/>
          <p:nvPr/>
        </p:nvSpPr>
        <p:spPr>
          <a:xfrm>
            <a:off x="6206452" y="1318804"/>
            <a:ext cx="4366382" cy="1783080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ACE0717-81C7-B275-D8ED-1AB5455D5730}"/>
              </a:ext>
            </a:extLst>
          </p:cNvPr>
          <p:cNvSpPr/>
          <p:nvPr/>
        </p:nvSpPr>
        <p:spPr>
          <a:xfrm>
            <a:off x="1619166" y="1318804"/>
            <a:ext cx="4366382" cy="1783080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Graphic 18" descr="Gears with solid fill">
            <a:extLst>
              <a:ext uri="{FF2B5EF4-FFF2-40B4-BE49-F238E27FC236}">
                <a16:creationId xmlns:a16="http://schemas.microsoft.com/office/drawing/2014/main" id="{29145C6F-CB7F-496A-FFBE-97FEFDA437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29940" y="3812584"/>
            <a:ext cx="914400" cy="914400"/>
          </a:xfrm>
          <a:prstGeom prst="rect">
            <a:avLst/>
          </a:prstGeom>
        </p:spPr>
      </p:pic>
      <p:pic>
        <p:nvPicPr>
          <p:cNvPr id="21" name="Graphic 20" descr="Classroom with solid fill">
            <a:extLst>
              <a:ext uri="{FF2B5EF4-FFF2-40B4-BE49-F238E27FC236}">
                <a16:creationId xmlns:a16="http://schemas.microsoft.com/office/drawing/2014/main" id="{C2A05DCF-5528-6BDE-043E-675974B327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32220" y="1399066"/>
            <a:ext cx="914400" cy="914400"/>
          </a:xfrm>
          <a:prstGeom prst="rect">
            <a:avLst/>
          </a:prstGeom>
        </p:spPr>
      </p:pic>
      <p:pic>
        <p:nvPicPr>
          <p:cNvPr id="23" name="Graphic 22" descr="Internet with solid fill">
            <a:extLst>
              <a:ext uri="{FF2B5EF4-FFF2-40B4-BE49-F238E27FC236}">
                <a16:creationId xmlns:a16="http://schemas.microsoft.com/office/drawing/2014/main" id="{D990C85A-0BDE-3524-2510-26FD8A3A95F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714456" y="136473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71294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/>
      <p:bldP spid="5" grpId="0" build="p"/>
      <p:bldP spid="6" grpId="0"/>
      <p:bldP spid="7" grpId="0" build="p"/>
      <p:bldP spid="15" grpId="0" animBg="1"/>
      <p:bldP spid="16" grpId="0" animBg="1"/>
      <p:bldP spid="1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A811D-5C72-9441-7233-CB401192A2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62900" y="2537447"/>
            <a:ext cx="7866400" cy="2220800"/>
          </a:xfrm>
        </p:spPr>
        <p:txBody>
          <a:bodyPr/>
          <a:lstStyle/>
          <a:p>
            <a:r>
              <a:rPr lang="fr-FR" dirty="0" err="1"/>
              <a:t>Technical</a:t>
            </a:r>
            <a:r>
              <a:rPr lang="fr-FR" dirty="0"/>
              <a:t> </a:t>
            </a:r>
            <a:r>
              <a:rPr lang="fr-FR" dirty="0" err="1"/>
              <a:t>implementation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D0C8B9-726F-8CBB-318F-10382DE2EC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28400" y="1950940"/>
            <a:ext cx="6335200" cy="613600"/>
          </a:xfrm>
        </p:spPr>
        <p:txBody>
          <a:bodyPr/>
          <a:lstStyle/>
          <a:p>
            <a:r>
              <a:rPr lang="fr-FR" dirty="0"/>
              <a:t>Part 3.</a:t>
            </a:r>
            <a:endParaRPr lang="en-US" dirty="0"/>
          </a:p>
        </p:txBody>
      </p:sp>
      <p:pic>
        <p:nvPicPr>
          <p:cNvPr id="5" name="Graphic 4" descr="Gears with solid fill">
            <a:extLst>
              <a:ext uri="{FF2B5EF4-FFF2-40B4-BE49-F238E27FC236}">
                <a16:creationId xmlns:a16="http://schemas.microsoft.com/office/drawing/2014/main" id="{F73C67AE-415E-95C4-96E4-D17B4B0576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143000" y="-1005840"/>
            <a:ext cx="4152900" cy="415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997040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1B959-689A-61A5-754B-32C9089A5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10038" y="2069400"/>
            <a:ext cx="2321962" cy="524800"/>
          </a:xfrm>
        </p:spPr>
        <p:txBody>
          <a:bodyPr/>
          <a:lstStyle/>
          <a:p>
            <a:r>
              <a:rPr lang="en-US" dirty="0"/>
              <a:t>Authorization levels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41CAB43-6880-CEBD-4CDF-5687238F3ECB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5377035" y="2069400"/>
            <a:ext cx="2321962" cy="524800"/>
          </a:xfrm>
        </p:spPr>
        <p:txBody>
          <a:bodyPr/>
          <a:lstStyle/>
          <a:p>
            <a:r>
              <a:rPr lang="en-US" dirty="0"/>
              <a:t>SQLite Database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EC0E1615-9E6F-3F33-65E0-AD567E2F8B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prstGeom prst="roundRect">
            <a:avLst/>
          </a:prstGeom>
        </p:spPr>
        <p:txBody>
          <a:bodyPr/>
          <a:lstStyle/>
          <a:p>
            <a:pPr marL="92075" indent="0"/>
            <a:r>
              <a:rPr lang="en-US" dirty="0"/>
              <a:t>Skolar utilizes Flask, a lightweight Python web framework, for efficient development of its web-based features.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B99DACE-2313-C721-CB79-407A10E3D9AD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prstGeom prst="roundRect">
            <a:avLst/>
          </a:prstGeom>
        </p:spPr>
        <p:txBody>
          <a:bodyPr/>
          <a:lstStyle/>
          <a:p>
            <a:pPr marL="92075" indent="0"/>
            <a:r>
              <a:rPr lang="en-US" dirty="0"/>
              <a:t>Skolar employs SQLite, a serverless and embedded relational database, to organize and manage educational resources seamlessly.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E52E788-10D1-5796-E7A6-C106660CC7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960000" y="1853086"/>
            <a:ext cx="957426" cy="957426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65E85E6A-632D-1E1D-ECFD-8B2CAFA8AD31}"/>
              </a:ext>
            </a:extLst>
          </p:cNvPr>
          <p:cNvSpPr>
            <a:spLocks noGrp="1"/>
          </p:cNvSpPr>
          <p:nvPr>
            <p:ph type="title" idx="4"/>
          </p:nvPr>
        </p:nvSpPr>
        <p:spPr>
          <a:xfrm>
            <a:off x="1699261" y="2069400"/>
            <a:ext cx="2466740" cy="524800"/>
          </a:xfrm>
        </p:spPr>
        <p:txBody>
          <a:bodyPr/>
          <a:lstStyle/>
          <a:p>
            <a:r>
              <a:rPr lang="en-US" dirty="0"/>
              <a:t>Built using Flask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EEE00E4F-F43E-60F7-48A4-D5021B3DA5CF}"/>
              </a:ext>
            </a:extLst>
          </p:cNvPr>
          <p:cNvSpPr>
            <a:spLocks noGrp="1"/>
          </p:cNvSpPr>
          <p:nvPr>
            <p:ph type="subTitle" idx="5"/>
          </p:nvPr>
        </p:nvSpPr>
        <p:spPr>
          <a:prstGeom prst="roundRect">
            <a:avLst/>
          </a:prstGeom>
        </p:spPr>
        <p:txBody>
          <a:bodyPr/>
          <a:lstStyle/>
          <a:p>
            <a:pPr marL="92075" indent="0"/>
            <a:r>
              <a:rPr lang="en-US" dirty="0" err="1"/>
              <a:t>Skolar’s</a:t>
            </a:r>
            <a:r>
              <a:rPr lang="en-US" dirty="0"/>
              <a:t> user roles—Administrator, Blog Manager, Teacher, and Student—ensure secure access and resource distribution within the system.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3D0F49FA-7FE9-941F-8567-E0776ADBE076}"/>
              </a:ext>
            </a:extLst>
          </p:cNvPr>
          <p:cNvSpPr>
            <a:spLocks noGrp="1"/>
          </p:cNvSpPr>
          <p:nvPr>
            <p:ph type="title" idx="6"/>
          </p:nvPr>
        </p:nvSpPr>
        <p:spPr/>
        <p:txBody>
          <a:bodyPr/>
          <a:lstStyle/>
          <a:p>
            <a:r>
              <a:rPr lang="fr-FR" dirty="0" err="1"/>
              <a:t>Technical</a:t>
            </a:r>
            <a:r>
              <a:rPr lang="fr-FR" dirty="0"/>
              <a:t> </a:t>
            </a:r>
            <a:r>
              <a:rPr lang="fr-FR" dirty="0" err="1"/>
              <a:t>Implementation</a:t>
            </a:r>
            <a:endParaRPr lang="en-US" dirty="0"/>
          </a:p>
        </p:txBody>
      </p:sp>
      <p:pic>
        <p:nvPicPr>
          <p:cNvPr id="13" name="Graphic 12" descr="Database with solid fill">
            <a:extLst>
              <a:ext uri="{FF2B5EF4-FFF2-40B4-BE49-F238E27FC236}">
                <a16:creationId xmlns:a16="http://schemas.microsoft.com/office/drawing/2014/main" id="{DB7F249E-A998-3AAB-F4F9-5E19AC2603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10613" y="1755287"/>
            <a:ext cx="1033713" cy="1033713"/>
          </a:xfrm>
          <a:prstGeom prst="rect">
            <a:avLst/>
          </a:prstGeom>
        </p:spPr>
      </p:pic>
      <p:pic>
        <p:nvPicPr>
          <p:cNvPr id="15" name="Graphic 14" descr="Lock with solid fill">
            <a:extLst>
              <a:ext uri="{FF2B5EF4-FFF2-40B4-BE49-F238E27FC236}">
                <a16:creationId xmlns:a16="http://schemas.microsoft.com/office/drawing/2014/main" id="{E3C502CC-85D9-6D5C-7354-BB7DE5F228D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26000" y="1814943"/>
            <a:ext cx="1033713" cy="1033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74057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 build="p" animBg="1"/>
      <p:bldP spid="5" grpId="0" build="p" animBg="1"/>
      <p:bldP spid="6" grpId="0"/>
      <p:bldP spid="7" grpId="0" build="p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A811D-5C72-9441-7233-CB401192A2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62900" y="2537447"/>
            <a:ext cx="7866400" cy="2220800"/>
          </a:xfrm>
        </p:spPr>
        <p:txBody>
          <a:bodyPr/>
          <a:lstStyle/>
          <a:p>
            <a:r>
              <a:rPr lang="fr-FR" dirty="0"/>
              <a:t>Live </a:t>
            </a:r>
            <a:r>
              <a:rPr lang="fr-FR" dirty="0" err="1"/>
              <a:t>Demo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D0C8B9-726F-8CBB-318F-10382DE2EC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28400" y="1950940"/>
            <a:ext cx="6335200" cy="613600"/>
          </a:xfrm>
        </p:spPr>
        <p:txBody>
          <a:bodyPr/>
          <a:lstStyle/>
          <a:p>
            <a:r>
              <a:rPr lang="fr-FR" dirty="0"/>
              <a:t>Part 4.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5819794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43842-DF4F-0D1D-9859-98358DEB94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34400" y="2656800"/>
            <a:ext cx="6523200" cy="1544400"/>
          </a:xfrm>
        </p:spPr>
        <p:txBody>
          <a:bodyPr/>
          <a:lstStyle/>
          <a:p>
            <a:r>
              <a:rPr lang="fr-FR" sz="6000" dirty="0"/>
              <a:t>Thank You for your attention.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32230623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iml Geometric by Slidesgo">
  <a:themeElements>
    <a:clrScheme name="Simple Light">
      <a:dk1>
        <a:srgbClr val="000000"/>
      </a:dk1>
      <a:lt1>
        <a:srgbClr val="FFFFFF"/>
      </a:lt1>
      <a:dk2>
        <a:srgbClr val="EEBCC2"/>
      </a:dk2>
      <a:lt2>
        <a:srgbClr val="B6D5C8"/>
      </a:lt2>
      <a:accent1>
        <a:srgbClr val="000000"/>
      </a:accent1>
      <a:accent2>
        <a:srgbClr val="FFFFFF"/>
      </a:accent2>
      <a:accent3>
        <a:srgbClr val="EEBCC2"/>
      </a:accent3>
      <a:accent4>
        <a:srgbClr val="B6D5C8"/>
      </a:accent4>
      <a:accent5>
        <a:srgbClr val="FFFFFF"/>
      </a:accent5>
      <a:accent6>
        <a:srgbClr val="000000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Profit and Loss Statement Consulting by Slidesgo">
  <a:themeElements>
    <a:clrScheme name="Simple Light">
      <a:dk1>
        <a:srgbClr val="000000"/>
      </a:dk1>
      <a:lt1>
        <a:srgbClr val="E9E9E9"/>
      </a:lt1>
      <a:dk2>
        <a:srgbClr val="514DA2"/>
      </a:dk2>
      <a:lt2>
        <a:srgbClr val="C597BE"/>
      </a:lt2>
      <a:accent1>
        <a:srgbClr val="E7BFB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_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Siml Geometric Presentation by Slidesgo</Template>
  <TotalTime>63</TotalTime>
  <Words>173</Words>
  <Application>Microsoft Office PowerPoint</Application>
  <PresentationFormat>Widescreen</PresentationFormat>
  <Paragraphs>28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9</vt:i4>
      </vt:variant>
    </vt:vector>
  </HeadingPairs>
  <TitlesOfParts>
    <vt:vector size="21" baseType="lpstr">
      <vt:lpstr>Arial</vt:lpstr>
      <vt:lpstr>Open Sans</vt:lpstr>
      <vt:lpstr>Open Sans ExtraBold</vt:lpstr>
      <vt:lpstr>Palanquin Dark</vt:lpstr>
      <vt:lpstr>Proxima Nova</vt:lpstr>
      <vt:lpstr>Proxima Nova Semibold</vt:lpstr>
      <vt:lpstr>Raleway</vt:lpstr>
      <vt:lpstr>Roboto Condensed Light</vt:lpstr>
      <vt:lpstr>Siml Geometric by Slidesgo</vt:lpstr>
      <vt:lpstr>Slidesgo Final Pages</vt:lpstr>
      <vt:lpstr>Profit and Loss Statement Consulting by Slidesgo</vt:lpstr>
      <vt:lpstr>1_Slidesgo Final Pages</vt:lpstr>
      <vt:lpstr>Skolar</vt:lpstr>
      <vt:lpstr>Introduction</vt:lpstr>
      <vt:lpstr>What is Skolar?</vt:lpstr>
      <vt:lpstr>Key Features</vt:lpstr>
      <vt:lpstr>Student Panel</vt:lpstr>
      <vt:lpstr>Technical implementation</vt:lpstr>
      <vt:lpstr>Authorization levels</vt:lpstr>
      <vt:lpstr>Live Demo</vt:lpstr>
      <vt:lpstr>Thank You for your attention.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 Craft</dc:creator>
  <cp:lastModifiedBy>Sam Craft</cp:lastModifiedBy>
  <cp:revision>1</cp:revision>
  <dcterms:created xsi:type="dcterms:W3CDTF">2024-07-28T22:46:11Z</dcterms:created>
  <dcterms:modified xsi:type="dcterms:W3CDTF">2024-07-28T23:49:33Z</dcterms:modified>
</cp:coreProperties>
</file>
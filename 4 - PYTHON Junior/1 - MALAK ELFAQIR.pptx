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media8.mp4" ContentType="video/mp4"/>
  <Override PartName="/ppt/media/image6.png" ContentType="image/png"/>
  <Override PartName="/ppt/media/image7.png" ContentType="image/png"/>
  <Override PartName="/ppt/media/image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fld id="{79496F4D-B8F1-4E3C-AD3C-BD569D05F84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1. INTRODUCTION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ftr" idx="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buNone/>
              <a:defRPr b="0" lang="en-US" sz="2400" spc="-1" strike="noStrike">
                <a:latin typeface="Times New Roman"/>
              </a:defRPr>
            </a:lvl1pPr>
          </a:lstStyle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sldNum" idx="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dt" idx="1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ftr" idx="1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buNone/>
              <a:defRPr b="0" lang="en-US" sz="2400" spc="-1" strike="noStrike">
                <a:latin typeface="Times New Roman"/>
              </a:defRPr>
            </a:lvl1pPr>
          </a:lstStyle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sldNum" idx="1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dt" idx="1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 idx="1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buNone/>
              <a:defRPr b="0" lang="en-US" sz="2400" spc="-1" strike="noStrike">
                <a:latin typeface="Times New Roman"/>
              </a:defRPr>
            </a:lvl1pPr>
          </a:lstStyle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sldNum" idx="1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dt" idx="1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ftr" idx="1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buNone/>
              <a:defRPr b="0" lang="en-US" sz="2400" spc="-1" strike="noStrike">
                <a:latin typeface="Times New Roman"/>
              </a:defRPr>
            </a:lvl1pPr>
          </a:lstStyle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sldNum" idx="1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dt" idx="1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1.7.2013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2280" cy="25668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ftr" idx="2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buNone/>
              <a:defRPr b="0" lang="en-US" sz="2400" spc="-1" strike="noStrike">
                <a:latin typeface="Times New Roman"/>
              </a:defRPr>
            </a:lvl1pPr>
          </a:lstStyle>
          <a:p>
            <a:pPr indent="0">
              <a:buNone/>
            </a:pPr>
            <a:endParaRPr b="0" lang="en-US" sz="2400" spc="-1" strike="noStrike">
              <a:latin typeface="Times New Roman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sldNum" idx="2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latin typeface="Times New Roman"/>
              </a:rPr>
              <a:t>‹</a:t>
            </a:r>
            <a:r>
              <a:rPr b="0" lang="cs-CZ" sz="1200" spc="-1" strike="noStrike">
                <a:latin typeface="Times New Roman"/>
              </a:rPr>
              <a:t>#›</a:t>
            </a:r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C51CE-28F0-4D11-B748-58A94C0500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1BF4E1-263A-4A7C-9926-ADB466D509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2CB5B5-8BF4-4EAB-A051-D87F8EA12F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D21BF6-DCFB-47BC-B224-3688769474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EBE4B5-8D60-4EE2-A947-8571B5810F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80211C-46BB-40BE-AD86-122D7F2613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E0E055-831A-49FF-8F16-B19421405C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61C3B7-1679-4D25-B02A-4D2B1401F5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44E481-3F6F-4CA8-A3D4-B5B1E28CB1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96EE77-4DAD-4563-BF2B-C189E13A9B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21DE0D-2AD0-4CF8-86EC-20A3D5E2D5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208EC3-BF97-4856-B572-080801EAC6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73744B-E221-4F66-83EE-C4DF52DB6A7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video" Target="../media/media8.mp4"/><Relationship Id="rId4" Type="http://schemas.microsoft.com/office/2007/relationships/media" Target="../media/media8.mp4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3"/>
          <p:cNvSpPr/>
          <p:nvPr/>
        </p:nvSpPr>
        <p:spPr>
          <a:xfrm>
            <a:off x="12600" y="7200"/>
            <a:ext cx="18275400" cy="10279800"/>
          </a:xfrm>
          <a:custGeom>
            <a:avLst/>
            <a:gdLst>
              <a:gd name="textAreaLeft" fmla="*/ 0 w 18275400"/>
              <a:gd name="textAreaRight" fmla="*/ 18275760 w 18275400"/>
              <a:gd name="textAreaTop" fmla="*/ 0 h 10279800"/>
              <a:gd name="textAreaBottom" fmla="*/ 10280160 h 10279800"/>
            </a:gdLst>
            <a:ahLst/>
            <a:rect l="textAreaLeft" t="textAreaTop" r="textAreaRight" b="textAreaBottom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Box 4"/>
          <p:cNvSpPr/>
          <p:nvPr/>
        </p:nvSpPr>
        <p:spPr>
          <a:xfrm>
            <a:off x="5666400" y="5581080"/>
            <a:ext cx="2406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18"/>
              </a:lnSpc>
            </a:pPr>
            <a:r>
              <a:rPr b="0" lang="en-US" sz="1679" spc="-1" strike="noStrike">
                <a:solidFill>
                  <a:srgbClr val="ffffff"/>
                </a:solidFill>
                <a:latin typeface="Arimo Bold"/>
              </a:rPr>
              <a:t>IBRAHIM HASSAN </a:t>
            </a:r>
            <a:endParaRPr b="0" lang="en-US" sz="1679" spc="-1" strike="noStrike">
              <a:latin typeface="Arial"/>
            </a:endParaRPr>
          </a:p>
        </p:txBody>
      </p:sp>
      <p:sp>
        <p:nvSpPr>
          <p:cNvPr id="49" name="TextBox 7"/>
          <p:cNvSpPr/>
          <p:nvPr/>
        </p:nvSpPr>
        <p:spPr>
          <a:xfrm>
            <a:off x="9452160" y="1566000"/>
            <a:ext cx="429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37"/>
              </a:lnSpc>
            </a:pPr>
            <a:r>
              <a:rPr b="0" lang="en-US" sz="2360" spc="-1" strike="noStrike">
                <a:solidFill>
                  <a:srgbClr val="ffffff"/>
                </a:solidFill>
                <a:latin typeface="Arial Bold"/>
              </a:rPr>
              <a:t>&lt;NAME OF THE PROJECT&gt;</a:t>
            </a:r>
            <a:endParaRPr b="0" lang="en-US" sz="2360" spc="-1" strike="noStrike">
              <a:latin typeface="Arial"/>
            </a:endParaRPr>
          </a:p>
        </p:txBody>
      </p:sp>
      <p:sp>
        <p:nvSpPr>
          <p:cNvPr id="50" name="TextBox 9"/>
          <p:cNvSpPr/>
          <p:nvPr/>
        </p:nvSpPr>
        <p:spPr>
          <a:xfrm>
            <a:off x="7355520" y="9198000"/>
            <a:ext cx="30301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</a:pPr>
            <a:r>
              <a:rPr b="0" lang="en-US" sz="2800" spc="-1" strike="noStrike">
                <a:solidFill>
                  <a:srgbClr val="7030a0"/>
                </a:solidFill>
                <a:latin typeface="Arial Bold"/>
              </a:rPr>
              <a:t>2023 – 2024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51" name="Group 16"/>
          <p:cNvGrpSpPr/>
          <p:nvPr/>
        </p:nvGrpSpPr>
        <p:grpSpPr>
          <a:xfrm>
            <a:off x="6255360" y="6207120"/>
            <a:ext cx="5250960" cy="921240"/>
            <a:chOff x="6255360" y="6207120"/>
            <a:chExt cx="5250960" cy="921240"/>
          </a:xfrm>
        </p:grpSpPr>
        <p:sp>
          <p:nvSpPr>
            <p:cNvPr id="52" name="Freeform 13"/>
            <p:cNvSpPr/>
            <p:nvPr/>
          </p:nvSpPr>
          <p:spPr>
            <a:xfrm>
              <a:off x="6255360" y="6207120"/>
              <a:ext cx="5250960" cy="921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" name="TextBox 14"/>
            <p:cNvSpPr/>
            <p:nvPr/>
          </p:nvSpPr>
          <p:spPr>
            <a:xfrm>
              <a:off x="7074000" y="6485040"/>
              <a:ext cx="3621600" cy="38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056"/>
                </a:lnSpc>
              </a:pPr>
              <a:r>
                <a:rPr b="0" lang="en-US" sz="2500" spc="-1" strike="noStrike">
                  <a:solidFill>
                    <a:srgbClr val="000000"/>
                  </a:solidFill>
                  <a:latin typeface="Arial Bold"/>
                </a:rPr>
                <a:t>Malak Elfaqir</a:t>
              </a:r>
              <a:endParaRPr b="0" lang="en-US" sz="2500" spc="-1" strike="noStrike">
                <a:latin typeface="Arial"/>
              </a:endParaRPr>
            </a:p>
          </p:txBody>
        </p:sp>
      </p:grpSp>
      <p:grpSp>
        <p:nvGrpSpPr>
          <p:cNvPr id="54" name="Group 5"/>
          <p:cNvGrpSpPr/>
          <p:nvPr/>
        </p:nvGrpSpPr>
        <p:grpSpPr>
          <a:xfrm>
            <a:off x="3422520" y="3936960"/>
            <a:ext cx="10895400" cy="1309680"/>
            <a:chOff x="3422520" y="3936960"/>
            <a:chExt cx="10895400" cy="1309680"/>
          </a:xfrm>
        </p:grpSpPr>
        <p:sp>
          <p:nvSpPr>
            <p:cNvPr id="55" name="Freeform 6"/>
            <p:cNvSpPr/>
            <p:nvPr/>
          </p:nvSpPr>
          <p:spPr>
            <a:xfrm>
              <a:off x="3422520" y="3936960"/>
              <a:ext cx="10895400" cy="1309680"/>
            </a:xfrm>
            <a:custGeom>
              <a:avLst/>
              <a:gdLst>
                <a:gd name="textAreaLeft" fmla="*/ 0 w 10895400"/>
                <a:gd name="textAreaRight" fmla="*/ 10895760 w 10895400"/>
                <a:gd name="textAreaTop" fmla="*/ 0 h 1309680"/>
                <a:gd name="textAreaBottom" fmla="*/ 1310040 h 1309680"/>
              </a:gdLst>
              <a:ahLst/>
              <a:rect l="textAreaLeft" t="textAreaTop" r="textAreaRight" b="textAreaBottom"/>
              <a:pathLst>
                <a:path w="6535674" h="642112">
                  <a:moveTo>
                    <a:pt x="6323838" y="0"/>
                  </a:moveTo>
                  <a:lnTo>
                    <a:pt x="211963" y="0"/>
                  </a:lnTo>
                  <a:lnTo>
                    <a:pt x="44577" y="193294"/>
                  </a:lnTo>
                  <a:lnTo>
                    <a:pt x="14859" y="240411"/>
                  </a:lnTo>
                  <a:lnTo>
                    <a:pt x="0" y="293497"/>
                  </a:lnTo>
                  <a:lnTo>
                    <a:pt x="0" y="348615"/>
                  </a:lnTo>
                  <a:lnTo>
                    <a:pt x="14859" y="401701"/>
                  </a:lnTo>
                  <a:lnTo>
                    <a:pt x="44577" y="448945"/>
                  </a:lnTo>
                  <a:lnTo>
                    <a:pt x="211963" y="642112"/>
                  </a:lnTo>
                  <a:lnTo>
                    <a:pt x="6323838" y="642112"/>
                  </a:lnTo>
                  <a:lnTo>
                    <a:pt x="6491097" y="448818"/>
                  </a:lnTo>
                  <a:lnTo>
                    <a:pt x="6520815" y="401574"/>
                  </a:lnTo>
                  <a:lnTo>
                    <a:pt x="6535674" y="348488"/>
                  </a:lnTo>
                  <a:lnTo>
                    <a:pt x="6535674" y="293497"/>
                  </a:lnTo>
                  <a:lnTo>
                    <a:pt x="6520815" y="240411"/>
                  </a:lnTo>
                  <a:lnTo>
                    <a:pt x="6491097" y="193167"/>
                  </a:lnTo>
                  <a:lnTo>
                    <a:pt x="6323838" y="0"/>
                  </a:lnTo>
                  <a:close/>
                </a:path>
              </a:pathLst>
            </a:custGeom>
            <a:noFill/>
            <a:ln w="38100">
              <a:solidFill>
                <a:srgbClr val="703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6" name="TextBox 9"/>
          <p:cNvSpPr/>
          <p:nvPr/>
        </p:nvSpPr>
        <p:spPr>
          <a:xfrm>
            <a:off x="5683680" y="4701240"/>
            <a:ext cx="68893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276"/>
              </a:lnSpc>
            </a:pPr>
            <a:r>
              <a:rPr b="1" lang="en-US" sz="4800" spc="-1" strike="noStrike">
                <a:solidFill>
                  <a:srgbClr val="7030a0"/>
                </a:solidFill>
                <a:latin typeface="Arial Bold"/>
              </a:rPr>
              <a:t>Pomodoro Timer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57" name="Picture 11" descr=""/>
          <p:cNvPicPr/>
          <p:nvPr/>
        </p:nvPicPr>
        <p:blipFill>
          <a:blip r:embed="rId2"/>
          <a:stretch/>
        </p:blipFill>
        <p:spPr>
          <a:xfrm>
            <a:off x="6172200" y="860040"/>
            <a:ext cx="5397480" cy="1986120"/>
          </a:xfrm>
          <a:prstGeom prst="rect">
            <a:avLst/>
          </a:prstGeom>
          <a:ln w="0">
            <a:noFill/>
          </a:ln>
        </p:spPr>
      </p:pic>
      <p:sp>
        <p:nvSpPr>
          <p:cNvPr id="58" name="TextBox 9"/>
          <p:cNvSpPr/>
          <p:nvPr/>
        </p:nvSpPr>
        <p:spPr>
          <a:xfrm>
            <a:off x="5829480" y="7610400"/>
            <a:ext cx="6082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</a:pPr>
            <a:r>
              <a:rPr b="0" lang="en-US" sz="2800" spc="-1" strike="noStrike">
                <a:solidFill>
                  <a:srgbClr val="7030a0"/>
                </a:solidFill>
                <a:latin typeface="Arial Bold"/>
              </a:rPr>
              <a:t>Python Junior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3"/>
          <a:stretch/>
        </p:blipFill>
        <p:spPr>
          <a:xfrm>
            <a:off x="5524920" y="4114800"/>
            <a:ext cx="875880" cy="87588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 3"/>
          <p:cNvSpPr/>
          <p:nvPr/>
        </p:nvSpPr>
        <p:spPr>
          <a:xfrm>
            <a:off x="17280" y="-5400"/>
            <a:ext cx="18275400" cy="10297080"/>
          </a:xfrm>
          <a:custGeom>
            <a:avLst/>
            <a:gdLst>
              <a:gd name="textAreaLeft" fmla="*/ 0 w 18275400"/>
              <a:gd name="textAreaRight" fmla="*/ 18275760 w 18275400"/>
              <a:gd name="textAreaTop" fmla="*/ 0 h 10297080"/>
              <a:gd name="textAreaBottom" fmla="*/ 10297440 h 10297080"/>
            </a:gdLst>
            <a:ahLst/>
            <a:rect l="textAreaLeft" t="textAreaTop" r="textAreaRight" b="textAreaBottom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Box 4"/>
          <p:cNvSpPr/>
          <p:nvPr/>
        </p:nvSpPr>
        <p:spPr>
          <a:xfrm>
            <a:off x="5666400" y="5581080"/>
            <a:ext cx="2406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18"/>
              </a:lnSpc>
            </a:pPr>
            <a:r>
              <a:rPr b="0" lang="en-US" sz="1679" spc="-1" strike="noStrike">
                <a:solidFill>
                  <a:srgbClr val="ffffff"/>
                </a:solidFill>
                <a:latin typeface="Arimo Bold"/>
              </a:rPr>
              <a:t>IBRAHIM HASSAN </a:t>
            </a:r>
            <a:endParaRPr b="0" lang="en-US" sz="1679" spc="-1" strike="noStrike">
              <a:latin typeface="Arial"/>
            </a:endParaRPr>
          </a:p>
        </p:txBody>
      </p:sp>
      <p:sp>
        <p:nvSpPr>
          <p:cNvPr id="62" name="TextBox 7"/>
          <p:cNvSpPr/>
          <p:nvPr/>
        </p:nvSpPr>
        <p:spPr>
          <a:xfrm>
            <a:off x="9452160" y="1566000"/>
            <a:ext cx="429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37"/>
              </a:lnSpc>
            </a:pPr>
            <a:r>
              <a:rPr b="0" lang="en-US" sz="2360" spc="-1" strike="noStrike">
                <a:solidFill>
                  <a:srgbClr val="ffffff"/>
                </a:solidFill>
                <a:latin typeface="Arial Bold"/>
              </a:rPr>
              <a:t>&lt;NAME OF THE PROJECT&gt;</a:t>
            </a:r>
            <a:endParaRPr b="0" lang="en-US" sz="2360" spc="-1" strike="noStrike">
              <a:latin typeface="Arial"/>
            </a:endParaRPr>
          </a:p>
        </p:txBody>
      </p:sp>
      <p:pic>
        <p:nvPicPr>
          <p:cNvPr id="63" name="Picture 11" descr=""/>
          <p:cNvPicPr/>
          <p:nvPr/>
        </p:nvPicPr>
        <p:blipFill>
          <a:blip r:embed="rId2"/>
          <a:stretch/>
        </p:blipFill>
        <p:spPr>
          <a:xfrm>
            <a:off x="14859000" y="190440"/>
            <a:ext cx="2893680" cy="1142640"/>
          </a:xfrm>
          <a:prstGeom prst="rect">
            <a:avLst/>
          </a:prstGeom>
          <a:ln w="0">
            <a:noFill/>
          </a:ln>
        </p:spPr>
      </p:pic>
      <p:sp>
        <p:nvSpPr>
          <p:cNvPr id="64" name="TextBox 6"/>
          <p:cNvSpPr/>
          <p:nvPr/>
        </p:nvSpPr>
        <p:spPr>
          <a:xfrm>
            <a:off x="9474120" y="1327320"/>
            <a:ext cx="8571240" cy="230148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530"/>
              </a:lnSpc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This project is a Pomodoro timer application built using PyQt5, designed to help users manage their time effectively with the Pomodoro Technique.</a:t>
            </a:r>
            <a:endParaRPr b="0" lang="en-US" sz="3750" spc="-1" strike="noStrike">
              <a:latin typeface="Arial"/>
            </a:endParaRPr>
          </a:p>
        </p:txBody>
      </p:sp>
      <p:pic>
        <p:nvPicPr>
          <p:cNvPr id="65" name="Picture 1" descr="A screenshot of a computer&#10;&#10;Description automatically generated"/>
          <p:cNvPicPr/>
          <p:nvPr/>
        </p:nvPicPr>
        <p:blipFill>
          <a:blip r:embed="rId3"/>
          <a:stretch/>
        </p:blipFill>
        <p:spPr>
          <a:xfrm>
            <a:off x="281880" y="689040"/>
            <a:ext cx="8858880" cy="6282720"/>
          </a:xfrm>
          <a:prstGeom prst="rect">
            <a:avLst/>
          </a:prstGeom>
          <a:ln w="0">
            <a:solidFill>
              <a:srgbClr val="000000">
                <a:lumMod val="95000"/>
                <a:lumOff val="5000"/>
              </a:srgbClr>
            </a:solidFill>
          </a:ln>
        </p:spPr>
      </p:pic>
      <p:sp>
        <p:nvSpPr>
          <p:cNvPr id="66" name="TextBox 5"/>
          <p:cNvSpPr/>
          <p:nvPr/>
        </p:nvSpPr>
        <p:spPr>
          <a:xfrm>
            <a:off x="11090160" y="3830760"/>
            <a:ext cx="6563880" cy="6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750" spc="-1" strike="noStrike" u="sng">
                <a:solidFill>
                  <a:schemeClr val="accent2"/>
                </a:solidFill>
                <a:uFillTx/>
                <a:latin typeface="Arial Bold"/>
              </a:rPr>
              <a:t>Key Features Include:</a:t>
            </a:r>
            <a:endParaRPr b="0" lang="en-US" sz="3750" spc="-1" strike="noStrike"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9469440" y="4430160"/>
            <a:ext cx="5219280" cy="40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Settings</a:t>
            </a:r>
            <a:endParaRPr b="0" lang="en-US" sz="3750" spc="-1" strike="noStrike"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Task Management</a:t>
            </a:r>
            <a:endParaRPr b="0" lang="en-US" sz="3750" spc="-1" strike="noStrike"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Control Buttons</a:t>
            </a:r>
            <a:endParaRPr b="0" lang="en-US" sz="3750" spc="-1" strike="noStrike"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Notifications</a:t>
            </a:r>
            <a:endParaRPr b="0" lang="en-US" sz="3750" spc="-1" strike="noStrike"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Timer Display</a:t>
            </a:r>
            <a:endParaRPr b="0" lang="en-US" sz="3750" spc="-1" strike="noStrike"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Pomodoro Count</a:t>
            </a:r>
            <a:endParaRPr b="0" lang="en-US" sz="37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750" spc="-1" strike="noStrike"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360360" y="8066880"/>
            <a:ext cx="17411400" cy="1805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The concept originates from Francesco Cirillo, creator of the Pomodoro Technique, designed to optimize productivity through structured work intervals, drawing inspiration from a tomato-shaped kitchen timer.</a:t>
            </a:r>
            <a:endParaRPr b="0" lang="en-US" sz="375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3"/>
          <p:cNvSpPr/>
          <p:nvPr/>
        </p:nvSpPr>
        <p:spPr>
          <a:xfrm>
            <a:off x="0" y="-12960"/>
            <a:ext cx="18275400" cy="10279800"/>
          </a:xfrm>
          <a:custGeom>
            <a:avLst/>
            <a:gdLst>
              <a:gd name="textAreaLeft" fmla="*/ 0 w 18275400"/>
              <a:gd name="textAreaRight" fmla="*/ 18275760 w 18275400"/>
              <a:gd name="textAreaTop" fmla="*/ 0 h 10279800"/>
              <a:gd name="textAreaBottom" fmla="*/ 10280160 h 10279800"/>
            </a:gdLst>
            <a:ahLst/>
            <a:rect l="textAreaLeft" t="textAreaTop" r="textAreaRight" b="textAreaBottom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Box 4"/>
          <p:cNvSpPr/>
          <p:nvPr/>
        </p:nvSpPr>
        <p:spPr>
          <a:xfrm>
            <a:off x="5666400" y="5581080"/>
            <a:ext cx="2406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18"/>
              </a:lnSpc>
            </a:pPr>
            <a:r>
              <a:rPr b="0" lang="en-US" sz="1679" spc="-1" strike="noStrike">
                <a:solidFill>
                  <a:srgbClr val="ffffff"/>
                </a:solidFill>
                <a:latin typeface="Arimo Bold"/>
              </a:rPr>
              <a:t>IBRAHIM HASSAN </a:t>
            </a:r>
            <a:endParaRPr b="0" lang="en-US" sz="1679" spc="-1" strike="noStrike"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9452160" y="1566000"/>
            <a:ext cx="4296240" cy="72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37"/>
              </a:lnSpc>
            </a:pPr>
            <a:r>
              <a:rPr b="0" lang="en-US" sz="2350" spc="-1" strike="noStrike">
                <a:solidFill>
                  <a:srgbClr val="ffffff"/>
                </a:solidFill>
                <a:latin typeface="Arial Bold"/>
              </a:rPr>
              <a:t>&lt;NAME O</a:t>
            </a:r>
            <a:endParaRPr b="0" lang="en-US" sz="2350" spc="-1" strike="noStrike">
              <a:latin typeface="Arial"/>
            </a:endParaRPr>
          </a:p>
          <a:p>
            <a:pPr algn="ctr">
              <a:lnSpc>
                <a:spcPts val="2837"/>
              </a:lnSpc>
            </a:pPr>
            <a:r>
              <a:rPr b="0" lang="en-US" sz="2350" spc="-1" strike="noStrike">
                <a:solidFill>
                  <a:srgbClr val="ffffff"/>
                </a:solidFill>
                <a:latin typeface="Arial Bold"/>
              </a:rPr>
              <a:t>ROJECT&gt;</a:t>
            </a:r>
            <a:endParaRPr b="0" lang="en-US" sz="2350" spc="-1" strike="noStrike">
              <a:latin typeface="Arial"/>
            </a:endParaRPr>
          </a:p>
        </p:txBody>
      </p:sp>
      <p:pic>
        <p:nvPicPr>
          <p:cNvPr id="72" name="Picture 11" descr=""/>
          <p:cNvPicPr/>
          <p:nvPr/>
        </p:nvPicPr>
        <p:blipFill>
          <a:blip r:embed="rId2"/>
          <a:stretch/>
        </p:blipFill>
        <p:spPr>
          <a:xfrm>
            <a:off x="14859000" y="190440"/>
            <a:ext cx="2893680" cy="114264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4" descr="Visual Studio Code Logo Png Transparent Vector Studio Png | Sexiz Pix"/>
          <p:cNvPicPr/>
          <p:nvPr/>
        </p:nvPicPr>
        <p:blipFill>
          <a:blip r:embed="rId3"/>
          <a:stretch/>
        </p:blipFill>
        <p:spPr>
          <a:xfrm>
            <a:off x="2530800" y="-16200"/>
            <a:ext cx="2824560" cy="2808000"/>
          </a:xfrm>
          <a:prstGeom prst="rect">
            <a:avLst/>
          </a:prstGeom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1769040" y="2731680"/>
            <a:ext cx="435816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chemeClr val="accent1"/>
                </a:solidFill>
                <a:latin typeface="Calibri"/>
                <a:ea typeface="Calibri"/>
              </a:rPr>
              <a:t>Visual Studio Code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75" name="Arrow: Right 8"/>
          <p:cNvSpPr/>
          <p:nvPr/>
        </p:nvSpPr>
        <p:spPr>
          <a:xfrm>
            <a:off x="6480360" y="962280"/>
            <a:ext cx="3559320" cy="13222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6" name="Picture 9" descr="Python Logo PNG Transparent – Brands Logos"/>
          <p:cNvPicPr/>
          <p:nvPr/>
        </p:nvPicPr>
        <p:blipFill>
          <a:blip r:embed="rId4"/>
          <a:stretch/>
        </p:blipFill>
        <p:spPr>
          <a:xfrm>
            <a:off x="11887200" y="185040"/>
            <a:ext cx="2742840" cy="2732040"/>
          </a:xfrm>
          <a:prstGeom prst="rect">
            <a:avLst/>
          </a:prstGeom>
          <a:ln w="0">
            <a:noFill/>
          </a:ln>
        </p:spPr>
      </p:pic>
      <p:sp>
        <p:nvSpPr>
          <p:cNvPr id="77" name="TextBox 12"/>
          <p:cNvSpPr/>
          <p:nvPr/>
        </p:nvSpPr>
        <p:spPr>
          <a:xfrm>
            <a:off x="11062440" y="2756880"/>
            <a:ext cx="436680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chemeClr val="accent1"/>
                </a:solidFill>
                <a:latin typeface="Calibri"/>
                <a:ea typeface="Calibri"/>
              </a:rPr>
              <a:t>Python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78" name="Arrow: Down 13"/>
          <p:cNvSpPr/>
          <p:nvPr/>
        </p:nvSpPr>
        <p:spPr>
          <a:xfrm>
            <a:off x="12582720" y="3454560"/>
            <a:ext cx="1322280" cy="30531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9" name="Picture 15" descr="A screen shot of a computer program&#10;&#10;Description automatically generated"/>
          <p:cNvPicPr/>
          <p:nvPr/>
        </p:nvPicPr>
        <p:blipFill>
          <a:blip r:embed="rId5"/>
          <a:stretch/>
        </p:blipFill>
        <p:spPr>
          <a:xfrm>
            <a:off x="10433160" y="6703560"/>
            <a:ext cx="5797800" cy="3427200"/>
          </a:xfrm>
          <a:prstGeom prst="rect">
            <a:avLst/>
          </a:prstGeom>
          <a:ln w="0">
            <a:solidFill>
              <a:srgbClr val="000000">
                <a:lumMod val="95000"/>
                <a:lumOff val="5000"/>
              </a:srgbClr>
            </a:solidFill>
          </a:ln>
        </p:spPr>
      </p:pic>
      <p:sp>
        <p:nvSpPr>
          <p:cNvPr id="80" name="Arrow: Left 16"/>
          <p:cNvSpPr/>
          <p:nvPr/>
        </p:nvSpPr>
        <p:spPr>
          <a:xfrm>
            <a:off x="5661000" y="7655760"/>
            <a:ext cx="3934800" cy="151812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18" descr="A cartoon tomato with a face&#10;&#10;Description automatically generated"/>
          <p:cNvPicPr/>
          <p:nvPr/>
        </p:nvPicPr>
        <p:blipFill>
          <a:blip r:embed="rId6"/>
          <a:stretch/>
        </p:blipFill>
        <p:spPr>
          <a:xfrm>
            <a:off x="1774440" y="6509520"/>
            <a:ext cx="2966040" cy="2933280"/>
          </a:xfrm>
          <a:prstGeom prst="rect">
            <a:avLst/>
          </a:prstGeom>
          <a:ln w="0">
            <a:noFill/>
          </a:ln>
        </p:spPr>
      </p:pic>
      <p:sp>
        <p:nvSpPr>
          <p:cNvPr id="82" name="TextBox 19"/>
          <p:cNvSpPr/>
          <p:nvPr/>
        </p:nvSpPr>
        <p:spPr>
          <a:xfrm>
            <a:off x="949320" y="9427680"/>
            <a:ext cx="462528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chemeClr val="accent1"/>
                </a:solidFill>
                <a:latin typeface="Calibri"/>
                <a:ea typeface="Calibri"/>
              </a:rPr>
              <a:t>Pomodoro Timer</a:t>
            </a:r>
            <a:endParaRPr b="0" lang="en-U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3"/>
          <p:cNvSpPr/>
          <p:nvPr/>
        </p:nvSpPr>
        <p:spPr>
          <a:xfrm>
            <a:off x="46440" y="-154080"/>
            <a:ext cx="18275400" cy="10279800"/>
          </a:xfrm>
          <a:custGeom>
            <a:avLst/>
            <a:gdLst>
              <a:gd name="textAreaLeft" fmla="*/ 0 w 18275400"/>
              <a:gd name="textAreaRight" fmla="*/ 18275760 w 18275400"/>
              <a:gd name="textAreaTop" fmla="*/ 0 h 10279800"/>
              <a:gd name="textAreaBottom" fmla="*/ 10280160 h 10279800"/>
            </a:gdLst>
            <a:ahLst/>
            <a:rect l="textAreaLeft" t="textAreaTop" r="textAreaRight" b="textAreaBottom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666400" y="5581080"/>
            <a:ext cx="2406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18"/>
              </a:lnSpc>
            </a:pPr>
            <a:r>
              <a:rPr b="0" lang="en-US" sz="1679" spc="-1" strike="noStrike">
                <a:solidFill>
                  <a:srgbClr val="ffffff"/>
                </a:solidFill>
                <a:latin typeface="Arimo Bold"/>
              </a:rPr>
              <a:t>IBRAHIM HASSAN </a:t>
            </a:r>
            <a:endParaRPr b="0" lang="en-US" sz="1679" spc="-1" strike="noStrike"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9452160" y="1566000"/>
            <a:ext cx="429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37"/>
              </a:lnSpc>
            </a:pPr>
            <a:r>
              <a:rPr b="0" lang="en-US" sz="2360" spc="-1" strike="noStrike">
                <a:solidFill>
                  <a:srgbClr val="ffffff"/>
                </a:solidFill>
                <a:latin typeface="Arial Bold"/>
              </a:rPr>
              <a:t>&lt;NAME OF THE PROJECT&gt;</a:t>
            </a:r>
            <a:endParaRPr b="0" lang="en-US" sz="2360" spc="-1" strike="noStrike">
              <a:latin typeface="Arial"/>
            </a:endParaRPr>
          </a:p>
        </p:txBody>
      </p:sp>
      <p:pic>
        <p:nvPicPr>
          <p:cNvPr id="86" name="Picture 11" descr=""/>
          <p:cNvPicPr/>
          <p:nvPr/>
        </p:nvPicPr>
        <p:blipFill>
          <a:blip r:embed="rId2"/>
          <a:stretch/>
        </p:blipFill>
        <p:spPr>
          <a:xfrm>
            <a:off x="14859000" y="190440"/>
            <a:ext cx="2893680" cy="1142640"/>
          </a:xfrm>
          <a:prstGeom prst="rect">
            <a:avLst/>
          </a:prstGeom>
          <a:ln w="0">
            <a:noFill/>
          </a:ln>
        </p:spPr>
      </p:pic>
      <p:sp>
        <p:nvSpPr>
          <p:cNvPr id="87" name="TextBox 6"/>
          <p:cNvSpPr/>
          <p:nvPr/>
        </p:nvSpPr>
        <p:spPr>
          <a:xfrm>
            <a:off x="3553920" y="4838400"/>
            <a:ext cx="111675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8" name="" descr="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86200" y="495360"/>
            <a:ext cx="10117080" cy="7234920"/>
          </a:xfrm>
          <a:prstGeom prst="rect">
            <a:avLst/>
          </a:prstGeom>
          <a:ln w="0">
            <a:noFill/>
          </a:ln>
        </p:spPr>
      </p:pic>
      <p:sp>
        <p:nvSpPr>
          <p:cNvPr id="89" name="ZoneTexte 4"/>
          <p:cNvSpPr/>
          <p:nvPr/>
        </p:nvSpPr>
        <p:spPr>
          <a:xfrm>
            <a:off x="990720" y="8344080"/>
            <a:ext cx="16611120" cy="13086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000000"/>
                </a:solidFill>
                <a:latin typeface="Calibri"/>
              </a:rPr>
              <a:t>Enhance your focus with our Pomodoro Timer app, Offering simple task tracking and adjustable Intervals.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>
        <p:wipe dir="l"/>
      </p:transition>
    </mc:Choice>
    <mc:Fallback>
      <p:transition spd="slow">
        <p:wipe dir="l"/>
      </p:transition>
    </mc:Fallback>
  </mc:AlternateContent>
  <p:timing>
    <p:tnLst>
      <p:par>
        <p:cTn id="1" dur="indefinite" restart="never" nodeType="tmRoot">
          <p:childTnLst>
            <p:seq>
              <p:cTn id="2" restart="whenNotActive" nodeType="interactiveSeq" fill="hold">
                <p:stCondLst>
                  <p:cond delay="0" evt="onClick">
                    <p:tgtEl>
                      <p:spTgt spid="88"/>
                    </p:tgtEl>
                  </p:cond>
                </p:stCondLst>
                <p:childTnLst>
                  <p:par>
                    <p:cTn id="3" fill="hold">
                      <p:stCondLst>
                        <p:cond delay="0" evt="onClick">
                          <p:tgtEl>
                            <p:spTgt spid="88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3"/>
          <p:cNvSpPr/>
          <p:nvPr/>
        </p:nvSpPr>
        <p:spPr>
          <a:xfrm>
            <a:off x="17280" y="4320"/>
            <a:ext cx="18275400" cy="10279800"/>
          </a:xfrm>
          <a:custGeom>
            <a:avLst/>
            <a:gdLst>
              <a:gd name="textAreaLeft" fmla="*/ 0 w 18275400"/>
              <a:gd name="textAreaRight" fmla="*/ 18275760 w 18275400"/>
              <a:gd name="textAreaTop" fmla="*/ 0 h 10279800"/>
              <a:gd name="textAreaBottom" fmla="*/ 10280160 h 10279800"/>
            </a:gdLst>
            <a:ahLst/>
            <a:rect l="textAreaLeft" t="textAreaTop" r="textAreaRight" b="textAreaBottom"/>
            <a:pathLst>
              <a:path w="18275701" h="10280086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Box 4"/>
          <p:cNvSpPr/>
          <p:nvPr/>
        </p:nvSpPr>
        <p:spPr>
          <a:xfrm>
            <a:off x="5666400" y="5581080"/>
            <a:ext cx="2406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18"/>
              </a:lnSpc>
            </a:pPr>
            <a:r>
              <a:rPr b="0" lang="en-US" sz="1679" spc="-1" strike="noStrike">
                <a:solidFill>
                  <a:srgbClr val="ffffff"/>
                </a:solidFill>
                <a:latin typeface="Arimo Bold"/>
              </a:rPr>
              <a:t>IBRAHIM HASSAN </a:t>
            </a:r>
            <a:endParaRPr b="0" lang="en-US" sz="1679" spc="-1" strike="noStrike">
              <a:latin typeface="Arial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9452160" y="1566000"/>
            <a:ext cx="42962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37"/>
              </a:lnSpc>
            </a:pPr>
            <a:r>
              <a:rPr b="0" lang="en-US" sz="2360" spc="-1" strike="noStrike">
                <a:solidFill>
                  <a:srgbClr val="ffffff"/>
                </a:solidFill>
                <a:latin typeface="Arial Bold"/>
              </a:rPr>
              <a:t>&lt;NAME OF THE PROJECT&gt;</a:t>
            </a:r>
            <a:endParaRPr b="0" lang="en-US" sz="2360" spc="-1" strike="noStrike">
              <a:latin typeface="Arial"/>
            </a:endParaRPr>
          </a:p>
        </p:txBody>
      </p:sp>
      <p:pic>
        <p:nvPicPr>
          <p:cNvPr id="93" name="Picture 11" descr=""/>
          <p:cNvPicPr/>
          <p:nvPr/>
        </p:nvPicPr>
        <p:blipFill>
          <a:blip r:embed="rId2"/>
          <a:stretch/>
        </p:blipFill>
        <p:spPr>
          <a:xfrm>
            <a:off x="14859000" y="190440"/>
            <a:ext cx="2893680" cy="1142640"/>
          </a:xfrm>
          <a:prstGeom prst="rect">
            <a:avLst/>
          </a:prstGeom>
          <a:ln w="0">
            <a:noFill/>
          </a:ln>
        </p:spPr>
      </p:pic>
      <p:sp>
        <p:nvSpPr>
          <p:cNvPr id="94" name="TextBox 6"/>
          <p:cNvSpPr/>
          <p:nvPr/>
        </p:nvSpPr>
        <p:spPr>
          <a:xfrm>
            <a:off x="402120" y="3412800"/>
            <a:ext cx="17471160" cy="11509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530"/>
              </a:lnSpc>
            </a:pPr>
            <a:r>
              <a:rPr b="1" lang="en-US" sz="3750" spc="-1" strike="noStrike">
                <a:solidFill>
                  <a:srgbClr val="000000"/>
                </a:solidFill>
                <a:latin typeface="Calibri"/>
                <a:ea typeface="Calibri"/>
              </a:rPr>
              <a:t>Take charge of your productivity with our sophisticated Pomodoro Timer application. Start optimizing your work efficiency today</a:t>
            </a:r>
            <a:endParaRPr b="0" lang="en-US" sz="3750" spc="-1" strike="noStrike">
              <a:latin typeface="Arial"/>
            </a:endParaRPr>
          </a:p>
        </p:txBody>
      </p:sp>
      <p:sp>
        <p:nvSpPr>
          <p:cNvPr id="95" name="TextBox 1"/>
          <p:cNvSpPr/>
          <p:nvPr/>
        </p:nvSpPr>
        <p:spPr>
          <a:xfrm>
            <a:off x="5972040" y="4825080"/>
            <a:ext cx="6079680" cy="7614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"/>
              </a:rPr>
              <a:t>Malak@Gmail.com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96" name="Picture 4" descr="A cartoon tomato with a face&#10;&#10;Description automatically generated"/>
          <p:cNvPicPr/>
          <p:nvPr/>
        </p:nvPicPr>
        <p:blipFill>
          <a:blip r:embed="rId3"/>
          <a:stretch/>
        </p:blipFill>
        <p:spPr>
          <a:xfrm>
            <a:off x="7633800" y="6109920"/>
            <a:ext cx="277740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wipe dir="l"/>
      </p:transition>
    </mc:Choice>
    <mc:Fallback>
      <p:transition spd="slow">
        <p:wipe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View_PPTX_PLUS/7.4.0.3$Windows_X86_64 LibreOffice_project/</Application>
  <AppVersion>15.0000</AppVersion>
  <Words>171</Words>
  <Paragraphs>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DAGGoevBJJk</dc:identifier>
  <dc:language>en-US</dc:language>
  <cp:lastModifiedBy/>
  <dcterms:modified xsi:type="dcterms:W3CDTF">2024-07-20T14:48:44Z</dcterms:modified>
  <cp:revision>253</cp:revision>
  <dc:subject/>
  <dc:title>Algo_pitch.pptx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5</vt:i4>
  </property>
  <property fmtid="{D5CDD505-2E9C-101B-9397-08002B2CF9AE}" pid="4" name="PresentationFormat">
    <vt:lpwstr>Personnalisé</vt:lpwstr>
  </property>
  <property fmtid="{D5CDD505-2E9C-101B-9397-08002B2CF9AE}" pid="5" name="Slides">
    <vt:i4>5</vt:i4>
  </property>
</Properties>
</file>
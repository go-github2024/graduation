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Arimo" panose="020B0604020202020204" charset="0"/>
      <p:regular r:id="rId8"/>
      <p:bold r:id="rId9"/>
      <p:italic r:id="rId10"/>
      <p:boldItalic r:id="rId11"/>
    </p:embeddedFont>
    <p:embeddedFont>
      <p:font typeface="Dubai" panose="020B0503030403030204" pitchFamily="34" charset="-78"/>
      <p:regular r:id="rId12"/>
      <p:bold r:id="rId13"/>
    </p:embeddedFont>
    <p:embeddedFont>
      <p:font typeface="EB Garamond" panose="00000500000000000000" pitchFamily="2" charset="0"/>
      <p:regular r:id="rId14"/>
      <p:bold r:id="rId15"/>
      <p:italic r:id="rId16"/>
      <p:boldItalic r:id="rId17"/>
    </p:embeddedFont>
    <p:embeddedFont>
      <p:font typeface="Impact" panose="020B0806030902050204" pitchFamily="34" charset="0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7" name="Google Shape;57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 INTRODUCTION</a:t>
            </a:r>
            <a:endParaRPr/>
          </a:p>
        </p:txBody>
      </p:sp>
      <p:sp>
        <p:nvSpPr>
          <p:cNvPr id="59" name="Google Shape;59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78" name="Google Shape;78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8" name="Google Shape;138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9144000" y="50"/>
            <a:ext cx="9144000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9879000" y="1448400"/>
            <a:ext cx="7674000" cy="7390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>
                <a:solidFill>
                  <a:schemeClr val="dk1"/>
                </a:solidFill>
              </a:defRPr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>
                <a:solidFill>
                  <a:schemeClr val="dk1"/>
                </a:solidFill>
              </a:defRPr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>
                <a:solidFill>
                  <a:schemeClr val="dk1"/>
                </a:solidFill>
              </a:defRPr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>
                <a:solidFill>
                  <a:schemeClr val="dk1"/>
                </a:solidFill>
              </a:defRPr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>
                <a:solidFill>
                  <a:schemeClr val="dk1"/>
                </a:solidFill>
              </a:defRPr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>
                <a:solidFill>
                  <a:schemeClr val="dk1"/>
                </a:solidFill>
              </a:defRPr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>
                <a:solidFill>
                  <a:schemeClr val="dk1"/>
                </a:solidFill>
              </a:defRPr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Char char="●"/>
              <a:defRPr sz="3600">
                <a:solidFill>
                  <a:schemeClr val="lt2"/>
                </a:solidFill>
              </a:defRPr>
            </a:lvl1pPr>
            <a:lvl2pPr marL="914400" lvl="1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○"/>
              <a:defRPr sz="2800">
                <a:solidFill>
                  <a:schemeClr val="lt2"/>
                </a:solidFill>
              </a:defRPr>
            </a:lvl2pPr>
            <a:lvl3pPr marL="1371600" lvl="2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■"/>
              <a:defRPr sz="2800">
                <a:solidFill>
                  <a:schemeClr val="lt2"/>
                </a:solidFill>
              </a:defRPr>
            </a:lvl3pPr>
            <a:lvl4pPr marL="1828800" lvl="3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●"/>
              <a:defRPr sz="2800">
                <a:solidFill>
                  <a:schemeClr val="lt2"/>
                </a:solidFill>
              </a:defRPr>
            </a:lvl4pPr>
            <a:lvl5pPr marL="2286000" lvl="4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○"/>
              <a:defRPr sz="2800">
                <a:solidFill>
                  <a:schemeClr val="lt2"/>
                </a:solidFill>
              </a:defRPr>
            </a:lvl5pPr>
            <a:lvl6pPr marL="2743200" lvl="5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■"/>
              <a:defRPr sz="2800">
                <a:solidFill>
                  <a:schemeClr val="lt2"/>
                </a:solidFill>
              </a:defRPr>
            </a:lvl6pPr>
            <a:lvl7pPr marL="3200400" lvl="6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●"/>
              <a:defRPr sz="2800">
                <a:solidFill>
                  <a:schemeClr val="lt2"/>
                </a:solidFill>
              </a:defRPr>
            </a:lvl7pPr>
            <a:lvl8pPr marL="3657600" lvl="7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○"/>
              <a:defRPr sz="2800">
                <a:solidFill>
                  <a:schemeClr val="lt2"/>
                </a:solidFill>
              </a:defRPr>
            </a:lvl8pPr>
            <a:lvl9pPr marL="4114800" lvl="8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■"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r">
              <a:buNone/>
              <a:defRPr sz="2000">
                <a:solidFill>
                  <a:schemeClr val="lt2"/>
                </a:solidFill>
              </a:defRPr>
            </a:lvl1pPr>
            <a:lvl2pPr lvl="1" algn="r">
              <a:buNone/>
              <a:defRPr sz="2000">
                <a:solidFill>
                  <a:schemeClr val="lt2"/>
                </a:solidFill>
              </a:defRPr>
            </a:lvl2pPr>
            <a:lvl3pPr lvl="2" algn="r">
              <a:buNone/>
              <a:defRPr sz="2000">
                <a:solidFill>
                  <a:schemeClr val="lt2"/>
                </a:solidFill>
              </a:defRPr>
            </a:lvl3pPr>
            <a:lvl4pPr lvl="3" algn="r">
              <a:buNone/>
              <a:defRPr sz="2000">
                <a:solidFill>
                  <a:schemeClr val="lt2"/>
                </a:solidFill>
              </a:defRPr>
            </a:lvl4pPr>
            <a:lvl5pPr lvl="4" algn="r">
              <a:buNone/>
              <a:defRPr sz="2000">
                <a:solidFill>
                  <a:schemeClr val="lt2"/>
                </a:solidFill>
              </a:defRPr>
            </a:lvl5pPr>
            <a:lvl6pPr lvl="5" algn="r">
              <a:buNone/>
              <a:defRPr sz="2000">
                <a:solidFill>
                  <a:schemeClr val="lt2"/>
                </a:solidFill>
              </a:defRPr>
            </a:lvl6pPr>
            <a:lvl7pPr lvl="6" algn="r">
              <a:buNone/>
              <a:defRPr sz="2000">
                <a:solidFill>
                  <a:schemeClr val="lt2"/>
                </a:solidFill>
              </a:defRPr>
            </a:lvl7pPr>
            <a:lvl8pPr lvl="7" algn="r">
              <a:buNone/>
              <a:defRPr sz="2000">
                <a:solidFill>
                  <a:schemeClr val="lt2"/>
                </a:solidFill>
              </a:defRPr>
            </a:lvl8pPr>
            <a:lvl9pPr lvl="8" algn="r">
              <a:buNone/>
              <a:defRPr sz="2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/>
          <p:nvPr/>
        </p:nvSpPr>
        <p:spPr>
          <a:xfrm>
            <a:off x="0" y="-12929"/>
            <a:ext cx="18275701" cy="10280086"/>
          </a:xfrm>
          <a:custGeom>
            <a:avLst/>
            <a:gdLst/>
            <a:ahLst/>
            <a:cxnLst/>
            <a:rect l="l" t="t" r="r" b="b"/>
            <a:pathLst>
              <a:path w="18275701" h="10280086" extrusionOk="0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2"/>
              <a:buFont typeface="Arial"/>
              <a:buNone/>
            </a:pPr>
            <a:r>
              <a:rPr lang="en-US" sz="1682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IBRAHIM HASSAN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9452086" y="1565871"/>
            <a:ext cx="4296774" cy="3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64"/>
              <a:buFont typeface="Arial"/>
              <a:buNone/>
            </a:pPr>
            <a:r>
              <a:rPr lang="en-US" sz="2364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&lt;NAME OF THE PROJECT&gt;</a:t>
            </a:r>
            <a:endParaRPr sz="2364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7355392" y="9197915"/>
            <a:ext cx="3030602" cy="587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2023 – 2024</a:t>
            </a:r>
            <a:endParaRPr sz="2800" b="0" i="0" u="none" strike="noStrike" cap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" name="Google Shape;66;p13"/>
          <p:cNvGrpSpPr/>
          <p:nvPr/>
        </p:nvGrpSpPr>
        <p:grpSpPr>
          <a:xfrm>
            <a:off x="6255270" y="6207111"/>
            <a:ext cx="5251466" cy="921592"/>
            <a:chOff x="9473857" y="6789252"/>
            <a:chExt cx="4312537" cy="1101958"/>
          </a:xfrm>
        </p:grpSpPr>
        <p:sp>
          <p:nvSpPr>
            <p:cNvPr id="67" name="Google Shape;67;p13"/>
            <p:cNvSpPr/>
            <p:nvPr/>
          </p:nvSpPr>
          <p:spPr>
            <a:xfrm>
              <a:off x="9473857" y="6789252"/>
              <a:ext cx="4312537" cy="1101958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CC0D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10132909" y="7043656"/>
              <a:ext cx="2974200" cy="7065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999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46"/>
                <a:buFont typeface="Arial"/>
                <a:buNone/>
              </a:pPr>
              <a:r>
                <a:rPr lang="en-US" sz="3200" b="1" i="0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Wajih</a:t>
              </a:r>
              <a:r>
                <a:rPr lang="en-US" sz="3200" b="1" i="0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Salahiddin</a:t>
              </a:r>
              <a:endParaRPr sz="3200" b="1" i="0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" name="Google Shape;69;p13"/>
          <p:cNvGrpSpPr/>
          <p:nvPr/>
        </p:nvGrpSpPr>
        <p:grpSpPr>
          <a:xfrm>
            <a:off x="3422393" y="3937136"/>
            <a:ext cx="10895584" cy="1310097"/>
            <a:chOff x="5887135" y="3701315"/>
            <a:chExt cx="6525420" cy="1310097"/>
          </a:xfrm>
        </p:grpSpPr>
        <p:sp>
          <p:nvSpPr>
            <p:cNvPr id="70" name="Google Shape;70;p13"/>
            <p:cNvSpPr/>
            <p:nvPr/>
          </p:nvSpPr>
          <p:spPr>
            <a:xfrm>
              <a:off x="5887135" y="3701315"/>
              <a:ext cx="6525420" cy="1310097"/>
            </a:xfrm>
            <a:custGeom>
              <a:avLst/>
              <a:gdLst/>
              <a:ahLst/>
              <a:cxnLst/>
              <a:rect l="l" t="t" r="r" b="b"/>
              <a:pathLst>
                <a:path w="6535674" h="642112" extrusionOk="0">
                  <a:moveTo>
                    <a:pt x="6323838" y="0"/>
                  </a:moveTo>
                  <a:lnTo>
                    <a:pt x="211963" y="0"/>
                  </a:lnTo>
                  <a:lnTo>
                    <a:pt x="44577" y="193294"/>
                  </a:lnTo>
                  <a:lnTo>
                    <a:pt x="14859" y="240411"/>
                  </a:lnTo>
                  <a:lnTo>
                    <a:pt x="0" y="293497"/>
                  </a:lnTo>
                  <a:lnTo>
                    <a:pt x="0" y="348615"/>
                  </a:lnTo>
                  <a:lnTo>
                    <a:pt x="14859" y="401701"/>
                  </a:lnTo>
                  <a:lnTo>
                    <a:pt x="44577" y="448945"/>
                  </a:lnTo>
                  <a:lnTo>
                    <a:pt x="211963" y="642112"/>
                  </a:lnTo>
                  <a:lnTo>
                    <a:pt x="6323838" y="642112"/>
                  </a:lnTo>
                  <a:lnTo>
                    <a:pt x="6491097" y="448818"/>
                  </a:lnTo>
                  <a:lnTo>
                    <a:pt x="6520815" y="401574"/>
                  </a:lnTo>
                  <a:lnTo>
                    <a:pt x="6535674" y="348488"/>
                  </a:lnTo>
                  <a:lnTo>
                    <a:pt x="6535674" y="293497"/>
                  </a:lnTo>
                  <a:lnTo>
                    <a:pt x="6520815" y="240411"/>
                  </a:lnTo>
                  <a:lnTo>
                    <a:pt x="6491097" y="193167"/>
                  </a:lnTo>
                  <a:lnTo>
                    <a:pt x="6323838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3"/>
            <p:cNvSpPr txBox="1"/>
            <p:nvPr/>
          </p:nvSpPr>
          <p:spPr>
            <a:xfrm>
              <a:off x="7086764" y="4245985"/>
              <a:ext cx="4126200" cy="52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568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lang="en-US" sz="6000" b="1">
                  <a:solidFill>
                    <a:srgbClr val="7030A0"/>
                  </a:solidFill>
                </a:rPr>
                <a:t>‘</a:t>
              </a:r>
              <a:r>
                <a:rPr lang="en-US" sz="6000" b="1" i="0" u="none" strike="noStrike" cap="none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WajihTaxi</a:t>
              </a:r>
              <a:r>
                <a:rPr lang="en-US" sz="6000" b="1">
                  <a:solidFill>
                    <a:srgbClr val="7030A0"/>
                  </a:solidFill>
                </a:rPr>
                <a:t>’</a:t>
              </a:r>
              <a:r>
                <a:rPr lang="en-US" sz="6000" b="1" i="0" u="none" strike="noStrike" cap="none">
                  <a:solidFill>
                    <a:srgbClr val="7030A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40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2" name="Google Shape;72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2200" y="859909"/>
            <a:ext cx="5398005" cy="198662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3"/>
          <p:cNvSpPr txBox="1"/>
          <p:nvPr/>
        </p:nvSpPr>
        <p:spPr>
          <a:xfrm>
            <a:off x="5829384" y="7610284"/>
            <a:ext cx="6082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Python Junior</a:t>
            </a:r>
            <a:endParaRPr sz="2900" b="1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18274" y="4066725"/>
            <a:ext cx="1566276" cy="117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/>
          <p:nvPr/>
        </p:nvSpPr>
        <p:spPr>
          <a:xfrm>
            <a:off x="6150" y="3458"/>
            <a:ext cx="18275701" cy="10280086"/>
          </a:xfrm>
          <a:custGeom>
            <a:avLst/>
            <a:gdLst/>
            <a:ahLst/>
            <a:cxnLst/>
            <a:rect l="l" t="t" r="r" b="b"/>
            <a:pathLst>
              <a:path w="18275701" h="10280086" extrusionOk="0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2"/>
              <a:buFont typeface="Arial"/>
              <a:buNone/>
            </a:pPr>
            <a:r>
              <a:rPr lang="en-US" sz="1682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IBRAHIM HASSAN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9452086" y="1565871"/>
            <a:ext cx="4296774" cy="3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64"/>
              <a:buFont typeface="Arial"/>
              <a:buNone/>
            </a:pPr>
            <a:r>
              <a:rPr lang="en-US" sz="2364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&lt;NAME OF THE PROJECT&gt;</a:t>
            </a:r>
            <a:endParaRPr sz="2364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859000" y="190500"/>
            <a:ext cx="2893882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 txBox="1"/>
          <p:nvPr/>
        </p:nvSpPr>
        <p:spPr>
          <a:xfrm>
            <a:off x="187575" y="992725"/>
            <a:ext cx="161448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700" b="1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endParaRPr sz="3500" b="1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9206975" y="2178837"/>
            <a:ext cx="8893450" cy="4172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4100" b="1" dirty="0">
                <a:solidFill>
                  <a:srgbClr val="1F1F1F"/>
                </a:solidFill>
                <a:latin typeface="Dubai" panose="020B0503030403030204" pitchFamily="34" charset="-78"/>
                <a:ea typeface="EB Garamond"/>
                <a:cs typeface="Dubai" panose="020B0503030403030204" pitchFamily="34" charset="-78"/>
                <a:sym typeface="EB Garamond"/>
              </a:rPr>
              <a:t>To make this project, </a:t>
            </a:r>
            <a:r>
              <a:rPr lang="en-US" sz="4100" b="1" dirty="0" err="1">
                <a:solidFill>
                  <a:srgbClr val="1F1F1F"/>
                </a:solidFill>
                <a:latin typeface="Dubai" panose="020B0503030403030204" pitchFamily="34" charset="-78"/>
                <a:ea typeface="EB Garamond"/>
                <a:cs typeface="Dubai" panose="020B0503030403030204" pitchFamily="34" charset="-78"/>
                <a:sym typeface="EB Garamond"/>
              </a:rPr>
              <a:t>i</a:t>
            </a:r>
            <a:r>
              <a:rPr lang="en-US" sz="4100" b="1" dirty="0">
                <a:solidFill>
                  <a:srgbClr val="1F1F1F"/>
                </a:solidFill>
                <a:latin typeface="Dubai" panose="020B0503030403030204" pitchFamily="34" charset="-78"/>
                <a:ea typeface="EB Garamond"/>
                <a:cs typeface="Dubai" panose="020B0503030403030204" pitchFamily="34" charset="-78"/>
                <a:sym typeface="EB Garamond"/>
              </a:rPr>
              <a:t> got inspired by my own experience of taking taxis . I was really struggling to know if the taxi is available or not.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4100" b="1" dirty="0">
                <a:solidFill>
                  <a:srgbClr val="1F1F1F"/>
                </a:solidFill>
                <a:latin typeface="Dubai" panose="020B0503030403030204" pitchFamily="34" charset="-78"/>
                <a:ea typeface="EB Garamond"/>
                <a:cs typeface="Dubai" panose="020B0503030403030204" pitchFamily="34" charset="-78"/>
                <a:sym typeface="EB Garamond"/>
              </a:rPr>
              <a:t>So </a:t>
            </a:r>
            <a:r>
              <a:rPr lang="en-US" sz="4100" b="1" dirty="0" err="1">
                <a:solidFill>
                  <a:srgbClr val="1F1F1F"/>
                </a:solidFill>
                <a:latin typeface="Dubai" panose="020B0503030403030204" pitchFamily="34" charset="-78"/>
                <a:ea typeface="EB Garamond"/>
                <a:cs typeface="Dubai" panose="020B0503030403030204" pitchFamily="34" charset="-78"/>
                <a:sym typeface="EB Garamond"/>
              </a:rPr>
              <a:t>i</a:t>
            </a:r>
            <a:r>
              <a:rPr lang="en-US" sz="4100" b="1" dirty="0">
                <a:solidFill>
                  <a:srgbClr val="1F1F1F"/>
                </a:solidFill>
                <a:latin typeface="Dubai" panose="020B0503030403030204" pitchFamily="34" charset="-78"/>
                <a:ea typeface="EB Garamond"/>
                <a:cs typeface="Dubai" panose="020B0503030403030204" pitchFamily="34" charset="-78"/>
                <a:sym typeface="EB Garamond"/>
              </a:rPr>
              <a:t> made my project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b="1" dirty="0">
              <a:solidFill>
                <a:srgbClr val="1F1F1F"/>
              </a:solidFill>
              <a:latin typeface="Dubai" panose="020B0503030403030204" pitchFamily="34" charset="-78"/>
              <a:ea typeface="EB Garamond"/>
              <a:cs typeface="Dubai" panose="020B0503030403030204" pitchFamily="34" charset="-78"/>
              <a:sym typeface="EB Garamo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900" b="1" dirty="0">
                <a:solidFill>
                  <a:srgbClr val="1F1F1F"/>
                </a:solidFill>
                <a:latin typeface="EB Garamond"/>
                <a:ea typeface="EB Garamond"/>
                <a:cs typeface="EB Garamond"/>
                <a:sym typeface="EB Garamond"/>
              </a:rPr>
              <a:t>                     “</a:t>
            </a:r>
            <a:r>
              <a:rPr lang="en-US" sz="3900" b="1" dirty="0">
                <a:solidFill>
                  <a:schemeClr val="accent4"/>
                </a:solidFill>
                <a:latin typeface="Dubai" panose="020B0503030403030204" pitchFamily="34" charset="-78"/>
                <a:ea typeface="EB Garamond"/>
                <a:cs typeface="Dubai" panose="020B0503030403030204" pitchFamily="34" charset="-78"/>
                <a:sym typeface="EB Garamond"/>
              </a:rPr>
              <a:t>TAXI WAJIH</a:t>
            </a:r>
            <a:r>
              <a:rPr lang="en-US" sz="3900" b="1" dirty="0">
                <a:solidFill>
                  <a:srgbClr val="1F1F1F"/>
                </a:solidFill>
                <a:latin typeface="EB Garamond"/>
                <a:ea typeface="EB Garamond"/>
                <a:cs typeface="EB Garamond"/>
                <a:sym typeface="EB Garamond"/>
              </a:rPr>
              <a:t>”</a:t>
            </a:r>
            <a:endParaRPr sz="3900" b="1" dirty="0">
              <a:solidFill>
                <a:srgbClr val="1F1F1F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89" name="Google Shape;8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3737" y="147388"/>
            <a:ext cx="8776525" cy="65632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1902050" y="7643550"/>
            <a:ext cx="14867700" cy="165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 b="1" dirty="0">
                <a:solidFill>
                  <a:schemeClr val="lt1"/>
                </a:solidFill>
                <a:latin typeface="Dubai" panose="020B0503030403030204" pitchFamily="34" charset="-78"/>
                <a:ea typeface="EB Garamond"/>
                <a:cs typeface="Dubai" panose="020B0503030403030204" pitchFamily="34" charset="-78"/>
                <a:sym typeface="EB Garamond"/>
              </a:rPr>
              <a:t>This project can work effectively in the real taxis because it will help citizens to take taxis faster.</a:t>
            </a:r>
            <a:endParaRPr sz="4100" b="1" dirty="0">
              <a:solidFill>
                <a:schemeClr val="lt1"/>
              </a:solidFill>
              <a:latin typeface="Dubai" panose="020B0503030403030204" pitchFamily="34" charset="-78"/>
              <a:ea typeface="EB Garamond"/>
              <a:cs typeface="Dubai" panose="020B0503030403030204" pitchFamily="34" charset="-78"/>
              <a:sym typeface="EB Garamo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/>
          <p:nvPr/>
        </p:nvSpPr>
        <p:spPr>
          <a:xfrm>
            <a:off x="4725" y="3458"/>
            <a:ext cx="18275701" cy="10280086"/>
          </a:xfrm>
          <a:custGeom>
            <a:avLst/>
            <a:gdLst/>
            <a:ahLst/>
            <a:cxnLst/>
            <a:rect l="l" t="t" r="r" b="b"/>
            <a:pathLst>
              <a:path w="18275701" h="10280086" extrusionOk="0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50" b="0" i="0" u="none" strike="noStrike" cap="non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 b="0" i="0" u="none" strike="noStrike" cap="non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 b="0" i="0" u="none" strike="noStrike" cap="non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2"/>
              <a:buFont typeface="Arial"/>
              <a:buNone/>
            </a:pPr>
            <a:r>
              <a:rPr lang="en-US" sz="1682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IBRAHIM HASSAN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859000" y="190500"/>
            <a:ext cx="2893882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3558686" y="4723768"/>
            <a:ext cx="11167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938" y="758726"/>
            <a:ext cx="4546975" cy="23388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Google Shape;104;p15"/>
          <p:cNvCxnSpPr/>
          <p:nvPr/>
        </p:nvCxnSpPr>
        <p:spPr>
          <a:xfrm>
            <a:off x="2319837" y="3290966"/>
            <a:ext cx="13200" cy="2084100"/>
          </a:xfrm>
          <a:prstGeom prst="straightConnector1">
            <a:avLst/>
          </a:prstGeom>
          <a:noFill/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5" name="Google Shape;105;p15"/>
          <p:cNvCxnSpPr/>
          <p:nvPr/>
        </p:nvCxnSpPr>
        <p:spPr>
          <a:xfrm rot="10800000">
            <a:off x="12951300" y="4046950"/>
            <a:ext cx="2700" cy="2132100"/>
          </a:xfrm>
          <a:prstGeom prst="straightConnector1">
            <a:avLst/>
          </a:prstGeom>
          <a:noFill/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06" name="Google Shape;106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800" y="5795475"/>
            <a:ext cx="4290150" cy="39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3966" y="6509200"/>
            <a:ext cx="4634860" cy="31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23850" y="6433750"/>
            <a:ext cx="4546975" cy="31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315851" y="7012709"/>
            <a:ext cx="3752225" cy="2616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355352" y="477377"/>
            <a:ext cx="4371125" cy="3314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15"/>
          <p:cNvCxnSpPr/>
          <p:nvPr/>
        </p:nvCxnSpPr>
        <p:spPr>
          <a:xfrm rot="10800000">
            <a:off x="5304500" y="1998875"/>
            <a:ext cx="1125600" cy="35100"/>
          </a:xfrm>
          <a:prstGeom prst="straightConnector1">
            <a:avLst/>
          </a:prstGeom>
          <a:noFill/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12" name="Google Shape;112;p1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48800" y="769800"/>
            <a:ext cx="2730025" cy="273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/>
          <p:nvPr/>
        </p:nvSpPr>
        <p:spPr>
          <a:xfrm>
            <a:off x="25" y="3458"/>
            <a:ext cx="18275701" cy="10280086"/>
          </a:xfrm>
          <a:custGeom>
            <a:avLst/>
            <a:gdLst/>
            <a:ahLst/>
            <a:cxnLst/>
            <a:rect l="l" t="t" r="r" b="b"/>
            <a:pathLst>
              <a:path w="18275701" h="10280086" extrusionOk="0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2"/>
              <a:buFont typeface="Arial"/>
              <a:buNone/>
            </a:pPr>
            <a:r>
              <a:rPr lang="en-US" sz="1682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IBRAHIM HASSAN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9452086" y="1565871"/>
            <a:ext cx="4296774" cy="3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64"/>
              <a:buFont typeface="Arial"/>
              <a:buNone/>
            </a:pPr>
            <a:r>
              <a:rPr lang="en-US" sz="2364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&lt;NAME OF THE PROJECT&gt;</a:t>
            </a:r>
            <a:endParaRPr sz="2364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859000" y="190500"/>
            <a:ext cx="2893882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3553979" y="4838573"/>
            <a:ext cx="11167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74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12274" y="1205500"/>
            <a:ext cx="18145097" cy="2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1" i="0" u="sng" strike="noStrike" cap="none" dirty="0">
                <a:solidFill>
                  <a:srgbClr val="FF0000"/>
                </a:solidFill>
                <a:latin typeface="Dubai" panose="020B0503030403030204" pitchFamily="34" charset="-78"/>
                <a:ea typeface="Impact"/>
                <a:cs typeface="Dubai" panose="020B0503030403030204" pitchFamily="34" charset="-78"/>
                <a:sym typeface="Impact"/>
              </a:rPr>
              <a:t>The result of the program looks like this </a:t>
            </a:r>
            <a:r>
              <a:rPr lang="en-US" sz="5400" b="0" i="0" u="sng" strike="noStrike" cap="none" dirty="0">
                <a:solidFill>
                  <a:srgbClr val="FF0000"/>
                </a:solidFill>
                <a:latin typeface="Impact"/>
                <a:ea typeface="Impact"/>
                <a:cs typeface="Impact"/>
                <a:sym typeface="Impact"/>
              </a:rPr>
              <a:t>:</a:t>
            </a:r>
            <a:endParaRPr sz="5400" b="0" i="0" u="sng" strike="noStrike" cap="none" dirty="0">
              <a:solidFill>
                <a:srgbClr val="FF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cxnSp>
        <p:nvCxnSpPr>
          <p:cNvPr id="128" name="Google Shape;128;p16"/>
          <p:cNvCxnSpPr/>
          <p:nvPr/>
        </p:nvCxnSpPr>
        <p:spPr>
          <a:xfrm>
            <a:off x="9128750" y="3052073"/>
            <a:ext cx="7200" cy="2001900"/>
          </a:xfrm>
          <a:prstGeom prst="straightConnector1">
            <a:avLst/>
          </a:prstGeom>
          <a:noFill/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29" name="Google Shape;12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0913" y="5581188"/>
            <a:ext cx="3705225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59638" y="5581188"/>
            <a:ext cx="3724275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52063" y="5581188"/>
            <a:ext cx="3781425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069900" y="5581188"/>
            <a:ext cx="3829050" cy="280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/>
          <p:nvPr/>
        </p:nvSpPr>
        <p:spPr>
          <a:xfrm>
            <a:off x="0" y="-12929"/>
            <a:ext cx="18275701" cy="10280086"/>
          </a:xfrm>
          <a:custGeom>
            <a:avLst/>
            <a:gdLst/>
            <a:ahLst/>
            <a:cxnLst/>
            <a:rect l="l" t="t" r="r" b="b"/>
            <a:pathLst>
              <a:path w="18275701" h="10280086" extrusionOk="0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2"/>
              <a:buFont typeface="Arial"/>
              <a:buNone/>
            </a:pPr>
            <a:r>
              <a:rPr lang="en-US" sz="1682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IBRAHIM HASSAN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9452086" y="1565871"/>
            <a:ext cx="4296774" cy="359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64"/>
              <a:buFont typeface="Arial"/>
              <a:buNone/>
            </a:pPr>
            <a:r>
              <a:rPr lang="en-US" sz="2364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&lt;NAME OF THE PROJECT&gt;</a:t>
            </a:r>
            <a:endParaRPr sz="2364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859000" y="190500"/>
            <a:ext cx="2893882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3121636" y="6312129"/>
            <a:ext cx="12660900" cy="24090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dash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200" b="1" i="0" u="none" strike="noStrike" cap="none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"Experience the ride </a:t>
            </a:r>
            <a:r>
              <a:rPr lang="en-US" sz="5200" b="1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en-US" sz="5200" b="1" i="0" u="none" strike="noStrike" cap="none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'Taxi </a:t>
            </a:r>
            <a:r>
              <a:rPr lang="en-US" sz="5200" b="1" i="0" u="none" strike="noStrike" cap="none" dirty="0" err="1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Wajih</a:t>
            </a:r>
            <a:r>
              <a:rPr lang="en-US" sz="5200" b="1" i="0" u="none" strike="noStrike" cap="none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’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200" b="1" i="0" u="none" strike="noStrike" cap="none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Jump into the adventure today!"</a:t>
            </a:r>
            <a:endParaRPr sz="5200" b="1" i="0" u="none" strike="noStrike" cap="none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228599" y="1117744"/>
            <a:ext cx="17814471" cy="13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if you are interested :)</a:t>
            </a:r>
            <a:endParaRPr sz="6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4891675" y="3119331"/>
            <a:ext cx="10769100" cy="13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 err="1">
                <a:solidFill>
                  <a:schemeClr val="lt1"/>
                </a:solidFill>
                <a:latin typeface="Dubai" panose="020B0503030403030204" pitchFamily="34" charset="-78"/>
                <a:ea typeface="Calibri"/>
                <a:cs typeface="Dubai" panose="020B0503030403030204" pitchFamily="34" charset="-78"/>
                <a:sym typeface="Calibri"/>
              </a:rPr>
              <a:t>wsalahiddin@gmail.com</a:t>
            </a:r>
            <a:r>
              <a:rPr lang="en-US" sz="55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@gmail.com</a:t>
            </a:r>
            <a:endParaRPr sz="5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5AF3480-10D4-95E4-FA13-45F4F61C1F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4033" y="2923197"/>
            <a:ext cx="1692898" cy="121377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66728D6C-872D-927F-8921-6405D82E5AB7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112634" y="4282676"/>
            <a:ext cx="1475696" cy="1399036"/>
          </a:xfrm>
          <a:prstGeom prst="rect">
            <a:avLst/>
          </a:prstGeom>
        </p:spPr>
      </p:pic>
      <p:sp>
        <p:nvSpPr>
          <p:cNvPr id="4" name="Google Shape;148;p17">
            <a:extLst>
              <a:ext uri="{FF2B5EF4-FFF2-40B4-BE49-F238E27FC236}">
                <a16:creationId xmlns:a16="http://schemas.microsoft.com/office/drawing/2014/main" id="{C9C468B9-D36A-BCF1-C3CF-3B80714386E8}"/>
              </a:ext>
            </a:extLst>
          </p:cNvPr>
          <p:cNvSpPr txBox="1"/>
          <p:nvPr/>
        </p:nvSpPr>
        <p:spPr>
          <a:xfrm>
            <a:off x="4891675" y="4414101"/>
            <a:ext cx="10769100" cy="13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chemeClr val="bg1"/>
                </a:solidFill>
                <a:latin typeface="Dubai" panose="020B0503030403030204" pitchFamily="34" charset="-78"/>
                <a:ea typeface="Calibri"/>
                <a:cs typeface="Dubai" panose="020B0503030403030204" pitchFamily="34" charset="-78"/>
                <a:sym typeface="Calibri"/>
              </a:rPr>
              <a:t>0635.57.96.24</a:t>
            </a:r>
            <a:r>
              <a:rPr lang="en-US" sz="5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mail.com</a:t>
            </a:r>
            <a:endParaRPr sz="5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158</Words>
  <Application>Microsoft Office PowerPoint</Application>
  <PresentationFormat>Personnalisé</PresentationFormat>
  <Paragraphs>37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3" baseType="lpstr">
      <vt:lpstr>Calibri</vt:lpstr>
      <vt:lpstr>Arimo</vt:lpstr>
      <vt:lpstr>Arial</vt:lpstr>
      <vt:lpstr>EB Garamond</vt:lpstr>
      <vt:lpstr>Impact</vt:lpstr>
      <vt:lpstr>Dubai</vt:lpstr>
      <vt:lpstr>Courier New</vt:lpstr>
      <vt:lpstr>Simple Dark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Hecham SALAHIDDIN</cp:lastModifiedBy>
  <cp:revision>6</cp:revision>
  <dcterms:modified xsi:type="dcterms:W3CDTF">2024-07-28T22:08:49Z</dcterms:modified>
</cp:coreProperties>
</file>
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rimo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1AL5zG6+SGsLqpUqO9uJzyCgh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80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INTRODUCTION</a:t>
            </a: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2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355392" y="9197915"/>
            <a:ext cx="3030602" cy="587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2023 – 2024</a:t>
            </a:r>
            <a:endParaRPr/>
          </a:p>
        </p:txBody>
      </p:sp>
      <p:grpSp>
        <p:nvGrpSpPr>
          <p:cNvPr id="96" name="Google Shape;96;p1"/>
          <p:cNvGrpSpPr/>
          <p:nvPr/>
        </p:nvGrpSpPr>
        <p:grpSpPr>
          <a:xfrm>
            <a:off x="6255270" y="6207111"/>
            <a:ext cx="5251466" cy="921592"/>
            <a:chOff x="9473857" y="6789252"/>
            <a:chExt cx="4312537" cy="1101958"/>
          </a:xfrm>
        </p:grpSpPr>
        <p:sp>
          <p:nvSpPr>
            <p:cNvPr id="97" name="Google Shape;97;p1"/>
            <p:cNvSpPr/>
            <p:nvPr/>
          </p:nvSpPr>
          <p:spPr>
            <a:xfrm>
              <a:off x="9473857" y="6789252"/>
              <a:ext cx="4312537" cy="1101958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CC0D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10146318" y="7121755"/>
              <a:ext cx="2974295" cy="463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46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Amazouz Younes</a:t>
              </a:r>
              <a:endParaRPr/>
            </a:p>
          </p:txBody>
        </p:sp>
      </p:grpSp>
      <p:grpSp>
        <p:nvGrpSpPr>
          <p:cNvPr id="99" name="Google Shape;99;p1"/>
          <p:cNvGrpSpPr/>
          <p:nvPr/>
        </p:nvGrpSpPr>
        <p:grpSpPr>
          <a:xfrm>
            <a:off x="3422393" y="3937136"/>
            <a:ext cx="10895584" cy="1341470"/>
            <a:chOff x="5887135" y="3701315"/>
            <a:chExt cx="6525420" cy="1341470"/>
          </a:xfrm>
        </p:grpSpPr>
        <p:sp>
          <p:nvSpPr>
            <p:cNvPr id="100" name="Google Shape;100;p1"/>
            <p:cNvSpPr/>
            <p:nvPr/>
          </p:nvSpPr>
          <p:spPr>
            <a:xfrm>
              <a:off x="5887135" y="3701315"/>
              <a:ext cx="6525420" cy="1310097"/>
            </a:xfrm>
            <a:custGeom>
              <a:avLst/>
              <a:gdLst/>
              <a:ahLst/>
              <a:cxnLst/>
              <a:rect l="l" t="t" r="r" b="b"/>
              <a:pathLst>
                <a:path w="6535674" h="642112" extrusionOk="0">
                  <a:moveTo>
                    <a:pt x="6323838" y="0"/>
                  </a:moveTo>
                  <a:lnTo>
                    <a:pt x="211963" y="0"/>
                  </a:lnTo>
                  <a:lnTo>
                    <a:pt x="44577" y="193294"/>
                  </a:lnTo>
                  <a:lnTo>
                    <a:pt x="14859" y="240411"/>
                  </a:lnTo>
                  <a:lnTo>
                    <a:pt x="0" y="293497"/>
                  </a:lnTo>
                  <a:lnTo>
                    <a:pt x="0" y="348615"/>
                  </a:lnTo>
                  <a:lnTo>
                    <a:pt x="14859" y="401701"/>
                  </a:lnTo>
                  <a:lnTo>
                    <a:pt x="44577" y="448945"/>
                  </a:lnTo>
                  <a:lnTo>
                    <a:pt x="211963" y="642112"/>
                  </a:lnTo>
                  <a:lnTo>
                    <a:pt x="6323838" y="642112"/>
                  </a:lnTo>
                  <a:lnTo>
                    <a:pt x="6491097" y="448818"/>
                  </a:lnTo>
                  <a:lnTo>
                    <a:pt x="6520815" y="401574"/>
                  </a:lnTo>
                  <a:lnTo>
                    <a:pt x="6535674" y="348488"/>
                  </a:lnTo>
                  <a:lnTo>
                    <a:pt x="6535674" y="293497"/>
                  </a:lnTo>
                  <a:lnTo>
                    <a:pt x="6520815" y="240411"/>
                  </a:lnTo>
                  <a:lnTo>
                    <a:pt x="6491097" y="193167"/>
                  </a:lnTo>
                  <a:lnTo>
                    <a:pt x="6323838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7086764" y="4245985"/>
              <a:ext cx="4126200" cy="79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568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100" b="1">
                  <a:solidFill>
                    <a:srgbClr val="7030A0"/>
                  </a:solidFill>
                </a:rPr>
                <a:t>YA Football Quiz</a:t>
              </a:r>
              <a:endParaRPr sz="2500" b="1"/>
            </a:p>
            <a:p>
              <a:pPr marL="0" marR="0" lvl="0" indent="0" algn="ctr" rtl="0">
                <a:lnSpc>
                  <a:spcPct val="568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859909"/>
            <a:ext cx="5398005" cy="198662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/>
        </p:nvSpPr>
        <p:spPr>
          <a:xfrm>
            <a:off x="5829384" y="7610284"/>
            <a:ext cx="6082618" cy="58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Python Junior Level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12299" y="3463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>
            <a:spLocks noGrp="1"/>
          </p:cNvSpPr>
          <p:nvPr>
            <p:ph type="ctrTitle"/>
          </p:nvPr>
        </p:nvSpPr>
        <p:spPr>
          <a:xfrm>
            <a:off x="4182675" y="402450"/>
            <a:ext cx="85422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770"/>
              <a:buFont typeface="Arial"/>
              <a:buNone/>
            </a:pPr>
            <a:r>
              <a:rPr lang="en-US" sz="447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What inspired me to do this project ?</a:t>
            </a:r>
            <a:endParaRPr sz="4470"/>
          </a:p>
        </p:txBody>
      </p:sp>
      <p:sp>
        <p:nvSpPr>
          <p:cNvPr id="110" name="Google Shape;110;p2"/>
          <p:cNvSpPr txBox="1">
            <a:spLocks noGrp="1"/>
          </p:cNvSpPr>
          <p:nvPr>
            <p:ph type="subTitle" idx="1"/>
          </p:nvPr>
        </p:nvSpPr>
        <p:spPr>
          <a:xfrm>
            <a:off x="609600" y="8191500"/>
            <a:ext cx="160020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None/>
            </a:pPr>
            <a:r>
              <a:rPr lang="en-US" sz="37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My source of inspiration was the event of Olympic Games and the victory of Morocco against Argentina the 26 July of this year in the group stage </a:t>
            </a:r>
            <a:endParaRPr sz="3700"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7030A0"/>
              </a:buClr>
              <a:buSzPts val="3200"/>
              <a:buNone/>
            </a:pPr>
            <a:r>
              <a:rPr lang="en-US" sz="37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(2 – 1) </a:t>
            </a:r>
            <a:r>
              <a:rPr lang="en-US" sz="3700"/>
              <a:t> </a:t>
            </a:r>
            <a:endParaRPr sz="3700"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1600" y="2019300"/>
            <a:ext cx="5791200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86375" y="2019300"/>
            <a:ext cx="579120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2299" y="30386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2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/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59000" y="190500"/>
            <a:ext cx="2893882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26773" y="-77662"/>
            <a:ext cx="4880251" cy="264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12299" y="4014125"/>
            <a:ext cx="4678523" cy="627287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 rot="10800000">
            <a:off x="5365200" y="595217"/>
            <a:ext cx="3710898" cy="100691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315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6200" y="9072"/>
            <a:ext cx="335280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/>
          <p:nvPr/>
        </p:nvSpPr>
        <p:spPr>
          <a:xfrm>
            <a:off x="2230412" y="2596246"/>
            <a:ext cx="904376" cy="1393481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F315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68775" y="4014125"/>
            <a:ext cx="4880251" cy="627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66225" y="4014125"/>
            <a:ext cx="4202550" cy="627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748850" y="4014125"/>
            <a:ext cx="4514550" cy="627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6150" y="3458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2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/>
          </a:p>
        </p:txBody>
      </p:sp>
      <p:pic>
        <p:nvPicPr>
          <p:cNvPr id="144" name="Google Shape;1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59000" y="190500"/>
            <a:ext cx="2893882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 txBox="1"/>
          <p:nvPr/>
        </p:nvSpPr>
        <p:spPr>
          <a:xfrm>
            <a:off x="762000" y="7733841"/>
            <a:ext cx="15925800" cy="19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74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My </a:t>
            </a:r>
            <a:r>
              <a:rPr lang="en-US" sz="3774">
                <a:solidFill>
                  <a:srgbClr val="7030A0"/>
                </a:solidFill>
              </a:rPr>
              <a:t>F</a:t>
            </a:r>
            <a:r>
              <a:rPr lang="en-US" sz="3774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ootball Quiz gives a unique experience where you can test your football knowledge and unveil your final score in a captivating and interactive way. </a:t>
            </a:r>
            <a:endParaRPr/>
          </a:p>
        </p:txBody>
      </p:sp>
      <p:pic>
        <p:nvPicPr>
          <p:cNvPr id="146" name="Google Shape;14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2515" y="194271"/>
            <a:ext cx="4156625" cy="274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99098" y="203341"/>
            <a:ext cx="3990975" cy="2746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0056" y="3964060"/>
            <a:ext cx="4065585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79993" y="4026895"/>
            <a:ext cx="4131225" cy="2630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688939" y="354611"/>
            <a:ext cx="3990975" cy="259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432376" y="4230255"/>
            <a:ext cx="3247547" cy="247821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/>
          <p:nvPr/>
        </p:nvSpPr>
        <p:spPr>
          <a:xfrm>
            <a:off x="4706257" y="1151088"/>
            <a:ext cx="774698" cy="50822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315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641249" y="1109237"/>
            <a:ext cx="774698" cy="50822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315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725482" y="5087969"/>
            <a:ext cx="774600" cy="50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315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9903547" y="4990873"/>
            <a:ext cx="1336500" cy="702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315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6143" y="3454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2" b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/>
          </a:p>
        </p:txBody>
      </p:sp>
      <p:pic>
        <p:nvPicPr>
          <p:cNvPr id="167" name="Google Shape;16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59000" y="190500"/>
            <a:ext cx="2893882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 txBox="1"/>
          <p:nvPr/>
        </p:nvSpPr>
        <p:spPr>
          <a:xfrm>
            <a:off x="910375" y="762000"/>
            <a:ext cx="14868300" cy="110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74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74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43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  Immerse yourself in the world of football trivia and experience my quiz today!</a:t>
            </a:r>
            <a:endParaRPr/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74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74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74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74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 And for more information:</a:t>
            </a:r>
            <a:endParaRPr/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74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74">
                <a:solidFill>
                  <a:srgbClr val="7030A0"/>
                </a:solidFill>
              </a:rPr>
              <a:t>                                        </a:t>
            </a:r>
            <a:endParaRPr sz="3774">
              <a:solidFill>
                <a:srgbClr val="7030A0"/>
              </a:solidFill>
            </a:endParaRPr>
          </a:p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74">
                <a:solidFill>
                  <a:srgbClr val="7030A0"/>
                </a:solidFill>
              </a:rPr>
              <a:t>                                          </a:t>
            </a:r>
            <a:r>
              <a:rPr lang="en-US" sz="3774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Contact me in:</a:t>
            </a:r>
            <a:endParaRPr/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74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3774" b="1">
                <a:solidFill>
                  <a:srgbClr val="7030A0"/>
                </a:solidFill>
              </a:rPr>
              <a:t>0665321548 or younes15@gmail.com</a:t>
            </a:r>
            <a:endParaRPr b="1"/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74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74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74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74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4018350" y="7125900"/>
            <a:ext cx="9027900" cy="230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Personnalisé</PresentationFormat>
  <Paragraphs>38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Arimo</vt:lpstr>
      <vt:lpstr>Calibri</vt:lpstr>
      <vt:lpstr>Arial</vt:lpstr>
      <vt:lpstr>Office Theme</vt:lpstr>
      <vt:lpstr>Présentation PowerPoint</vt:lpstr>
      <vt:lpstr>What inspired me to do this project ?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SAID AMAZOUZ</dc:creator>
  <cp:lastModifiedBy>Amazouz Saïd</cp:lastModifiedBy>
  <cp:revision>1</cp:revision>
  <dcterms:created xsi:type="dcterms:W3CDTF">2006-08-16T00:00:00Z</dcterms:created>
  <dcterms:modified xsi:type="dcterms:W3CDTF">2024-07-28T22:10:44Z</dcterms:modified>
</cp:coreProperties>
</file>
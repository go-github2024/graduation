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Arimo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239465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d44b4953e_1_7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2ed44b4953e_1_7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8" name="Google Shape;128;g2ed44b4953e_1_7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2ed44b4953e_1_7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1. INTRODUCTION</a:t>
            </a:r>
            <a:endParaRPr/>
          </a:p>
        </p:txBody>
      </p:sp>
      <p:sp>
        <p:nvSpPr>
          <p:cNvPr id="130" name="Google Shape;130;g2ed44b4953e_1_7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2ed44b4953e_1_7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72951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ed44b4953e_1_97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2ed44b4953e_1_97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1" name="Google Shape;151;g2ed44b4953e_1_97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g2ed44b4953e_1_9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2. THE IDEA</a:t>
            </a:r>
            <a:endParaRPr/>
          </a:p>
        </p:txBody>
      </p:sp>
      <p:sp>
        <p:nvSpPr>
          <p:cNvPr id="153" name="Google Shape;153;g2ed44b4953e_1_97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2ed44b4953e_1_97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74536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d44b4953e_1_113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2ed44b4953e_1_113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8" name="Google Shape;168;g2ed44b4953e_1_113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g2ed44b4953e_1_1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3. THE TOOLS THAT I USE</a:t>
            </a:r>
            <a:endParaRPr/>
          </a:p>
        </p:txBody>
      </p:sp>
      <p:sp>
        <p:nvSpPr>
          <p:cNvPr id="170" name="Google Shape;170;g2ed44b4953e_1_113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2ed44b4953e_1_113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8206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ed44b4953e_1_13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2ed44b4953e_1_13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5" name="Google Shape;195;g2ed44b4953e_1_13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ed44b4953e_1_13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5. CONTACT US</a:t>
            </a:r>
            <a:endParaRPr/>
          </a:p>
        </p:txBody>
      </p:sp>
      <p:sp>
        <p:nvSpPr>
          <p:cNvPr id="197" name="Google Shape;197;g2ed44b4953e_1_13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2ed44b4953e_1_13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11436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ed44b4953e_1_15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2ed44b4953e_1_159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g2ed44b4953e_1_159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2ed44b4953e_1_15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5. CONTACT US</a:t>
            </a:r>
            <a:endParaRPr/>
          </a:p>
        </p:txBody>
      </p:sp>
      <p:sp>
        <p:nvSpPr>
          <p:cNvPr id="218" name="Google Shape;218;g2ed44b4953e_1_159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2ed44b4953e_1_159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6937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90" name="Google Shape;90;p19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91" name="Google Shape;91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1154510" y="-125809"/>
            <a:ext cx="2262981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2366169" y="1085851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jpg"/><Relationship Id="rId10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hyperlink" Target="mailto:mouradihafsa2013@gmail.com" TargetMode="External"/><Relationship Id="rId5" Type="http://schemas.openxmlformats.org/officeDocument/2006/relationships/hyperlink" Target="mailto:mouradihafsa@outlook.com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/>
          <p:nvPr/>
        </p:nvSpPr>
        <p:spPr>
          <a:xfrm>
            <a:off x="0" y="-6465"/>
            <a:ext cx="9137851" cy="5140043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2833274" y="2790605"/>
            <a:ext cx="1203318" cy="14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4726043" y="782936"/>
            <a:ext cx="2148387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3677696" y="4598958"/>
            <a:ext cx="1515301" cy="293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2023 – 2024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" name="Google Shape;137;p25"/>
          <p:cNvGrpSpPr/>
          <p:nvPr/>
        </p:nvGrpSpPr>
        <p:grpSpPr>
          <a:xfrm>
            <a:off x="3159369" y="3138964"/>
            <a:ext cx="2625733" cy="460796"/>
            <a:chOff x="9525978" y="6873929"/>
            <a:chExt cx="4312537" cy="1101958"/>
          </a:xfrm>
        </p:grpSpPr>
        <p:sp>
          <p:nvSpPr>
            <p:cNvPr id="138" name="Google Shape;138;p25"/>
            <p:cNvSpPr/>
            <p:nvPr/>
          </p:nvSpPr>
          <p:spPr>
            <a:xfrm>
              <a:off x="9525978" y="6873929"/>
              <a:ext cx="4312537" cy="1101958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CCC0D9"/>
            </a:solidFill>
            <a:ln>
              <a:noFill/>
            </a:ln>
          </p:spPr>
          <p:txBody>
            <a:bodyPr spcFirstLastPara="1" wrap="square" lIns="45725" tIns="22850" rIns="45725" bIns="228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25"/>
            <p:cNvSpPr txBox="1"/>
            <p:nvPr/>
          </p:nvSpPr>
          <p:spPr>
            <a:xfrm>
              <a:off x="10195099" y="6995709"/>
              <a:ext cx="2974295" cy="706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999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fr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Mouradi Hafsa</a:t>
              </a:r>
              <a:endParaRPr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40" name="Google Shape;140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6100" y="429954"/>
            <a:ext cx="2699003" cy="99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/>
        </p:nvSpPr>
        <p:spPr>
          <a:xfrm>
            <a:off x="2914692" y="3805142"/>
            <a:ext cx="3041309" cy="29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0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Python Start: Level 1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2" name="Google Shape;142;p25"/>
          <p:cNvGrpSpPr/>
          <p:nvPr/>
        </p:nvGrpSpPr>
        <p:grpSpPr>
          <a:xfrm>
            <a:off x="1751416" y="1894033"/>
            <a:ext cx="5442712" cy="1040119"/>
            <a:chOff x="3422413" y="3844212"/>
            <a:chExt cx="10885423" cy="2080238"/>
          </a:xfrm>
        </p:grpSpPr>
        <p:grpSp>
          <p:nvGrpSpPr>
            <p:cNvPr id="143" name="Google Shape;143;p25"/>
            <p:cNvGrpSpPr/>
            <p:nvPr/>
          </p:nvGrpSpPr>
          <p:grpSpPr>
            <a:xfrm>
              <a:off x="3422413" y="3937114"/>
              <a:ext cx="10885423" cy="1987337"/>
              <a:chOff x="5887147" y="3701293"/>
              <a:chExt cx="6519335" cy="1987337"/>
            </a:xfrm>
          </p:grpSpPr>
          <p:sp>
            <p:nvSpPr>
              <p:cNvPr id="144" name="Google Shape;144;p25"/>
              <p:cNvSpPr/>
              <p:nvPr/>
            </p:nvSpPr>
            <p:spPr>
              <a:xfrm>
                <a:off x="5887147" y="3701293"/>
                <a:ext cx="6519335" cy="1987337"/>
              </a:xfrm>
              <a:custGeom>
                <a:avLst/>
                <a:gdLst/>
                <a:ahLst/>
                <a:cxnLst/>
                <a:rect l="l" t="t" r="r" b="b"/>
                <a:pathLst>
                  <a:path w="6535674" h="642112" extrusionOk="0">
                    <a:moveTo>
                      <a:pt x="6323838" y="0"/>
                    </a:moveTo>
                    <a:lnTo>
                      <a:pt x="211963" y="0"/>
                    </a:lnTo>
                    <a:lnTo>
                      <a:pt x="44577" y="193294"/>
                    </a:lnTo>
                    <a:lnTo>
                      <a:pt x="14859" y="240411"/>
                    </a:lnTo>
                    <a:lnTo>
                      <a:pt x="0" y="293497"/>
                    </a:lnTo>
                    <a:lnTo>
                      <a:pt x="0" y="348615"/>
                    </a:lnTo>
                    <a:lnTo>
                      <a:pt x="14859" y="401701"/>
                    </a:lnTo>
                    <a:lnTo>
                      <a:pt x="44577" y="448945"/>
                    </a:lnTo>
                    <a:lnTo>
                      <a:pt x="211963" y="642112"/>
                    </a:lnTo>
                    <a:lnTo>
                      <a:pt x="6323838" y="642112"/>
                    </a:lnTo>
                    <a:lnTo>
                      <a:pt x="6491097" y="448818"/>
                    </a:lnTo>
                    <a:lnTo>
                      <a:pt x="6520815" y="401574"/>
                    </a:lnTo>
                    <a:lnTo>
                      <a:pt x="6535674" y="348488"/>
                    </a:lnTo>
                    <a:lnTo>
                      <a:pt x="6535674" y="293497"/>
                    </a:lnTo>
                    <a:lnTo>
                      <a:pt x="6520815" y="240411"/>
                    </a:lnTo>
                    <a:lnTo>
                      <a:pt x="6491097" y="193167"/>
                    </a:lnTo>
                    <a:lnTo>
                      <a:pt x="6323838" y="0"/>
                    </a:lnTo>
                    <a:close/>
                  </a:path>
                </a:pathLst>
              </a:custGeom>
              <a:noFill/>
              <a:ln w="38100" cap="flat" cmpd="sng">
                <a:solidFill>
                  <a:srgbClr val="7030A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725" tIns="22850" rIns="45725" bIns="2285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900"/>
                  <a:buFont typeface="Arial"/>
                  <a:buNone/>
                </a:pPr>
                <a:endParaRPr sz="9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25"/>
              <p:cNvSpPr txBox="1"/>
              <p:nvPr/>
            </p:nvSpPr>
            <p:spPr>
              <a:xfrm>
                <a:off x="7435268" y="4218159"/>
                <a:ext cx="4126200" cy="52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56875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3000"/>
                  <a:buFont typeface="Arial"/>
                  <a:buNone/>
                </a:pPr>
                <a:r>
                  <a:rPr lang="fr" sz="3000" b="1" i="0" u="none" strike="noStrike" cap="none">
                    <a:solidFill>
                      <a:srgbClr val="00B050"/>
                    </a:solidFill>
                    <a:latin typeface="Arial"/>
                    <a:ea typeface="Arial"/>
                    <a:cs typeface="Arial"/>
                    <a:sym typeface="Arial"/>
                  </a:rPr>
                  <a:t>Guess Game</a:t>
                </a:r>
                <a:endParaRPr sz="1200" b="1" i="0" u="none" strike="noStrike" cap="none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46" name="Google Shape;146;p25"/>
            <p:cNvPicPr preferRelativeResize="0"/>
            <p:nvPr/>
          </p:nvPicPr>
          <p:blipFill rotWithShape="1">
            <a:blip r:embed="rId5">
              <a:alphaModFix/>
            </a:blip>
            <a:srcRect l="31995" t="25403" r="10319" b="23489"/>
            <a:stretch/>
          </p:blipFill>
          <p:spPr>
            <a:xfrm>
              <a:off x="5113177" y="3844212"/>
              <a:ext cx="1772816" cy="15488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25"/>
          <p:cNvSpPr txBox="1"/>
          <p:nvPr/>
        </p:nvSpPr>
        <p:spPr>
          <a:xfrm>
            <a:off x="2075352" y="2637070"/>
            <a:ext cx="19293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568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fr" sz="2300" b="1" i="0" u="none" strike="noStrike" cap="none" dirty="0" smtClean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GG</a:t>
            </a:r>
            <a:endParaRPr sz="500" b="1" i="0" u="none" strike="noStrike" cap="none" dirty="0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/>
          <p:nvPr/>
        </p:nvSpPr>
        <p:spPr>
          <a:xfrm>
            <a:off x="0" y="-6465"/>
            <a:ext cx="9137851" cy="5140043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None/>
            </a:pPr>
            <a:endParaRPr sz="1900" b="0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6"/>
          <p:cNvSpPr txBox="1"/>
          <p:nvPr/>
        </p:nvSpPr>
        <p:spPr>
          <a:xfrm>
            <a:off x="2833274" y="2790605"/>
            <a:ext cx="1203318" cy="14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6"/>
          <p:cNvSpPr txBox="1"/>
          <p:nvPr/>
        </p:nvSpPr>
        <p:spPr>
          <a:xfrm>
            <a:off x="4726043" y="782936"/>
            <a:ext cx="2148387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0" y="95250"/>
            <a:ext cx="1446941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100" y="554610"/>
            <a:ext cx="17907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6"/>
          <p:cNvSpPr/>
          <p:nvPr/>
        </p:nvSpPr>
        <p:spPr>
          <a:xfrm>
            <a:off x="3403971" y="1031176"/>
            <a:ext cx="1265241" cy="1190528"/>
          </a:xfrm>
          <a:prstGeom prst="mathPlus">
            <a:avLst>
              <a:gd name="adj1" fmla="val 23520"/>
            </a:avLst>
          </a:prstGeom>
          <a:solidFill>
            <a:schemeClr val="accent4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19700" y="731373"/>
            <a:ext cx="2554974" cy="143717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6"/>
          <p:cNvSpPr/>
          <p:nvPr/>
        </p:nvSpPr>
        <p:spPr>
          <a:xfrm>
            <a:off x="2309589" y="3346163"/>
            <a:ext cx="1600200" cy="1066800"/>
          </a:xfrm>
          <a:prstGeom prst="mathEqual">
            <a:avLst>
              <a:gd name="adj1" fmla="val 23520"/>
              <a:gd name="adj2" fmla="val 11760"/>
            </a:avLst>
          </a:prstGeom>
          <a:solidFill>
            <a:schemeClr val="accent4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124202" y="1689308"/>
            <a:ext cx="4220022" cy="422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xmlns="" id="{5137AACC-9828-B346-A9CC-6E55E5EFFF04}"/>
              </a:ext>
            </a:extLst>
          </p:cNvPr>
          <p:cNvSpPr txBox="1"/>
          <p:nvPr/>
        </p:nvSpPr>
        <p:spPr>
          <a:xfrm>
            <a:off x="5296619" y="4520241"/>
            <a:ext cx="1319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B050"/>
                </a:solidFill>
              </a:rPr>
              <a:t>GG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/>
          <p:nvPr/>
        </p:nvSpPr>
        <p:spPr>
          <a:xfrm>
            <a:off x="-9346" y="3457"/>
            <a:ext cx="9137851" cy="5140043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703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7"/>
          <p:cNvSpPr txBox="1"/>
          <p:nvPr/>
        </p:nvSpPr>
        <p:spPr>
          <a:xfrm>
            <a:off x="4726043" y="782936"/>
            <a:ext cx="2148387" cy="179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0" y="95250"/>
            <a:ext cx="144694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7"/>
          <p:cNvSpPr/>
          <p:nvPr/>
        </p:nvSpPr>
        <p:spPr>
          <a:xfrm>
            <a:off x="3600979" y="903864"/>
            <a:ext cx="1411343" cy="428178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8321" y="100413"/>
            <a:ext cx="1039609" cy="1091561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/>
          <p:nvPr/>
        </p:nvSpPr>
        <p:spPr>
          <a:xfrm>
            <a:off x="1400137" y="958366"/>
            <a:ext cx="457200" cy="6858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4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3858" y="1871756"/>
            <a:ext cx="3326260" cy="1442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16077" y="1321131"/>
            <a:ext cx="487723" cy="550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817839" y="1847609"/>
            <a:ext cx="1826046" cy="169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6259" y="1929667"/>
            <a:ext cx="2148388" cy="15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18452" y="-543671"/>
            <a:ext cx="2574110" cy="25022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-3032089">
            <a:off x="7160797" y="712508"/>
            <a:ext cx="425801" cy="76831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/>
        </p:nvSpPr>
        <p:spPr>
          <a:xfrm>
            <a:off x="7707222" y="1256182"/>
            <a:ext cx="1326312" cy="415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Programming Language</a:t>
            </a:r>
            <a:endParaRPr sz="700" b="1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784411" y="872703"/>
            <a:ext cx="865707" cy="81998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3385246" y="1590708"/>
            <a:ext cx="1122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The platform</a:t>
            </a:r>
            <a:endParaRPr sz="1200" b="1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651623">
            <a:off x="5972097" y="3488688"/>
            <a:ext cx="865707" cy="819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4928005">
            <a:off x="6996647" y="3472502"/>
            <a:ext cx="865707" cy="819983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7"/>
          <p:cNvSpPr txBox="1"/>
          <p:nvPr/>
        </p:nvSpPr>
        <p:spPr>
          <a:xfrm>
            <a:off x="6603800" y="4279027"/>
            <a:ext cx="1221938" cy="2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Script</a:t>
            </a:r>
            <a:endParaRPr sz="700" dirty="0"/>
          </a:p>
        </p:txBody>
      </p:sp>
      <p:sp>
        <p:nvSpPr>
          <p:cNvPr id="2" name="Flèche : bas 1">
            <a:extLst>
              <a:ext uri="{FF2B5EF4-FFF2-40B4-BE49-F238E27FC236}">
                <a16:creationId xmlns:a16="http://schemas.microsoft.com/office/drawing/2014/main" xmlns="" id="{1CEDFAA3-9C6B-35BA-BC16-3952C0DF0150}"/>
              </a:ext>
            </a:extLst>
          </p:cNvPr>
          <p:cNvSpPr/>
          <p:nvPr/>
        </p:nvSpPr>
        <p:spPr>
          <a:xfrm rot="20022825">
            <a:off x="1560738" y="3350297"/>
            <a:ext cx="491705" cy="864553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Flèche : bas 2">
            <a:extLst>
              <a:ext uri="{FF2B5EF4-FFF2-40B4-BE49-F238E27FC236}">
                <a16:creationId xmlns:a16="http://schemas.microsoft.com/office/drawing/2014/main" xmlns="" id="{99195011-37D4-A4E1-F03D-752F473C29F6}"/>
              </a:ext>
            </a:extLst>
          </p:cNvPr>
          <p:cNvSpPr/>
          <p:nvPr/>
        </p:nvSpPr>
        <p:spPr>
          <a:xfrm rot="2092191">
            <a:off x="4013321" y="3547217"/>
            <a:ext cx="491705" cy="864553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xmlns="" id="{54F00182-A13F-AFCF-B0E9-358BCE1974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91300" y="2673676"/>
            <a:ext cx="2952123" cy="2952123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xmlns="" id="{29D82E19-FBCB-DDBE-E809-8FB6D7B1CC5A}"/>
              </a:ext>
            </a:extLst>
          </p:cNvPr>
          <p:cNvSpPr txBox="1"/>
          <p:nvPr/>
        </p:nvSpPr>
        <p:spPr>
          <a:xfrm>
            <a:off x="2689861" y="4698548"/>
            <a:ext cx="11204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B050"/>
                </a:solidFill>
              </a:rPr>
              <a:t>GG</a:t>
            </a:r>
          </a:p>
        </p:txBody>
      </p:sp>
    </p:spTree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/>
          <p:nvPr/>
        </p:nvSpPr>
        <p:spPr>
          <a:xfrm>
            <a:off x="0" y="-6465"/>
            <a:ext cx="9137851" cy="5140043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9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8"/>
          <p:cNvSpPr txBox="1"/>
          <p:nvPr/>
        </p:nvSpPr>
        <p:spPr>
          <a:xfrm>
            <a:off x="2833274" y="2790605"/>
            <a:ext cx="1203318" cy="14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8"/>
          <p:cNvSpPr txBox="1"/>
          <p:nvPr/>
        </p:nvSpPr>
        <p:spPr>
          <a:xfrm>
            <a:off x="6307713" y="178988"/>
            <a:ext cx="8418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0" y="95250"/>
            <a:ext cx="1446941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-156950" y="1488900"/>
            <a:ext cx="2134383" cy="36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375969" y="2855343"/>
            <a:ext cx="1326382" cy="227823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8"/>
          <p:cNvSpPr/>
          <p:nvPr/>
        </p:nvSpPr>
        <p:spPr>
          <a:xfrm>
            <a:off x="1541655" y="1425386"/>
            <a:ext cx="2303252" cy="3727975"/>
          </a:xfrm>
          <a:prstGeom prst="wedgeEllipseCallout">
            <a:avLst>
              <a:gd name="adj1" fmla="val -62681"/>
              <a:gd name="adj2" fmla="val 10361"/>
            </a:avLst>
          </a:prstGeom>
          <a:solidFill>
            <a:srgbClr val="E5DFEC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8"/>
          <p:cNvSpPr txBox="1"/>
          <p:nvPr/>
        </p:nvSpPr>
        <p:spPr>
          <a:xfrm>
            <a:off x="1949387" y="1821557"/>
            <a:ext cx="1758663" cy="3062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When I was I little kid, I was playing Guess Game everyday!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And I became the most intelligent in my class and family. I’m now an engineer and i’m a programmer! So, if you want to become like me, installe Guess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Game!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8"/>
          <p:cNvSpPr/>
          <p:nvPr/>
        </p:nvSpPr>
        <p:spPr>
          <a:xfrm>
            <a:off x="5154369" y="1309981"/>
            <a:ext cx="2026650" cy="3654600"/>
          </a:xfrm>
          <a:prstGeom prst="wedgeEllipseCallout">
            <a:avLst>
              <a:gd name="adj1" fmla="val 57060"/>
              <a:gd name="adj2" fmla="val 19941"/>
            </a:avLst>
          </a:prstGeom>
          <a:solidFill>
            <a:srgbClr val="E5DFEC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5" tIns="22850" rIns="45725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8"/>
          <p:cNvSpPr txBox="1"/>
          <p:nvPr/>
        </p:nvSpPr>
        <p:spPr>
          <a:xfrm>
            <a:off x="5711082" y="1390650"/>
            <a:ext cx="1269666" cy="3493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Mommy installed me Guess Game and i pretty</a:t>
            </a:r>
            <a:endParaRPr sz="1400" b="1" i="0" u="none" strike="noStrike" cap="none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Love it!! It’so amazing!! I became the only one ho hase an A+ in my math exam in school!!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fr" sz="1400" b="1" i="0" u="none" strike="noStrike" cap="none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So, what are you wating for?? Install it!!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99919" y="140050"/>
            <a:ext cx="2481356" cy="248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-386467" y="79222"/>
            <a:ext cx="2481287" cy="2484336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 txBox="1"/>
          <p:nvPr/>
        </p:nvSpPr>
        <p:spPr>
          <a:xfrm>
            <a:off x="2350672" y="297937"/>
            <a:ext cx="4587900" cy="538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200" b="1" dirty="0">
                <a:solidFill>
                  <a:srgbClr val="7030A0"/>
                </a:solidFill>
              </a:rPr>
              <a:t>USERS FEEDBACK !</a:t>
            </a:r>
            <a:endParaRPr sz="1050" dirty="0"/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/>
          <p:nvPr/>
        </p:nvSpPr>
        <p:spPr>
          <a:xfrm>
            <a:off x="0" y="-6465"/>
            <a:ext cx="9137851" cy="5140043"/>
          </a:xfrm>
          <a:custGeom>
            <a:avLst/>
            <a:gdLst/>
            <a:ahLst/>
            <a:cxnLst/>
            <a:rect l="l" t="t" r="r" b="b"/>
            <a:pathLst>
              <a:path w="18275701" h="10280086" extrusionOk="0">
                <a:moveTo>
                  <a:pt x="0" y="0"/>
                </a:moveTo>
                <a:lnTo>
                  <a:pt x="18275700" y="0"/>
                </a:lnTo>
                <a:lnTo>
                  <a:pt x="18275700" y="10280085"/>
                </a:lnTo>
                <a:lnTo>
                  <a:pt x="0" y="102800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45725" tIns="22850" rIns="45725" bIns="22850" anchor="t" anchorCtr="0">
            <a:no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900"/>
              <a:buFont typeface="Arial"/>
              <a:buNone/>
            </a:pP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2833274" y="2790605"/>
            <a:ext cx="1203318" cy="142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3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fr" sz="800" b="1" i="0" u="none" strike="noStrike" cap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IBRAHIM HASSAN 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9"/>
          <p:cNvSpPr txBox="1"/>
          <p:nvPr/>
        </p:nvSpPr>
        <p:spPr>
          <a:xfrm>
            <a:off x="6307713" y="178988"/>
            <a:ext cx="8418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f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&lt;NAME OF THE PROJECT&gt;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500" y="95250"/>
            <a:ext cx="1446941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/>
        </p:nvSpPr>
        <p:spPr>
          <a:xfrm>
            <a:off x="4036592" y="243047"/>
            <a:ext cx="3459300" cy="15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If you want more information, email me in:</a:t>
            </a:r>
            <a:endParaRPr sz="7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mouradihafsa@outlook.com</a:t>
            </a:r>
            <a:endParaRPr sz="1600" b="1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Or:</a:t>
            </a:r>
            <a:endParaRPr sz="7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mouradihafsa2013@gmail.com</a:t>
            </a:r>
            <a:endParaRPr sz="1600" b="1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:D</a:t>
            </a:r>
            <a:endParaRPr sz="700" dirty="0"/>
          </a:p>
        </p:txBody>
      </p:sp>
      <p:sp>
        <p:nvSpPr>
          <p:cNvPr id="226" name="Google Shape;226;p29"/>
          <p:cNvSpPr txBox="1"/>
          <p:nvPr/>
        </p:nvSpPr>
        <p:spPr>
          <a:xfrm>
            <a:off x="4434985" y="2351473"/>
            <a:ext cx="3717985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And PLS subscribe to my youtube channel</a:t>
            </a:r>
            <a:endParaRPr sz="2000" b="1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2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3945" y="321243"/>
            <a:ext cx="2560988" cy="136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3061" y="2316765"/>
            <a:ext cx="2982755" cy="98534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9"/>
          <p:cNvSpPr txBox="1"/>
          <p:nvPr/>
        </p:nvSpPr>
        <p:spPr>
          <a:xfrm>
            <a:off x="1352550" y="3813649"/>
            <a:ext cx="7077075" cy="892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 dirty="0">
                <a:solidFill>
                  <a:srgbClr val="7030A0"/>
                </a:solidFill>
              </a:rPr>
              <a:t>If </a:t>
            </a:r>
            <a:r>
              <a:rPr lang="fr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you want to progress </a:t>
            </a:r>
            <a:r>
              <a:rPr lang="fr" sz="2400" b="1" i="0" u="none" strike="noStrike" cap="none" dirty="0" smtClean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your </a:t>
            </a:r>
            <a:r>
              <a:rPr lang="fr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Brain, </a:t>
            </a:r>
            <a:endParaRPr lang="fr" sz="2400" b="1" i="0" u="none" strike="noStrike" cap="none" dirty="0" smtClean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 b="1" i="0" u="none" strike="noStrike" cap="none" dirty="0" smtClean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Install </a:t>
            </a:r>
            <a:r>
              <a:rPr lang="fr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Guess </a:t>
            </a:r>
            <a:r>
              <a:rPr lang="fr" sz="2400" b="1" i="0" u="none" strike="noStrike" cap="none" dirty="0" smtClean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Game ! </a:t>
            </a:r>
            <a:endParaRPr lang="fr" sz="2400" b="1" i="0" u="none" strike="noStrike" cap="non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Affichage à l'écran 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Calibri</vt:lpstr>
      <vt:lpstr>Arimo</vt:lpstr>
      <vt:lpstr>Arial</vt:lpstr>
      <vt:lpstr>Simple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hp</dc:creator>
  <cp:lastModifiedBy>Teacher-pc</cp:lastModifiedBy>
  <cp:revision>2</cp:revision>
  <dcterms:modified xsi:type="dcterms:W3CDTF">2024-07-23T16:57:51Z</dcterms:modified>
</cp:coreProperties>
</file>
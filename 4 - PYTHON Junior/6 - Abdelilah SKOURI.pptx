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Arimo"/>
      <p:regular r:id="rId11"/>
      <p:bold r:id="rId12"/>
      <p:italic r:id="rId13"/>
      <p:boldItalic r:id="rId14"/>
    </p:embeddedFont>
    <p:embeddedFont>
      <p:font typeface="EB Garamon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9pMI0rQ3eFqAR6UxoTYA3pGZA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mo-regular.fntdata"/><Relationship Id="rId10" Type="http://schemas.openxmlformats.org/officeDocument/2006/relationships/slide" Target="slides/slide5.xml"/><Relationship Id="rId13" Type="http://schemas.openxmlformats.org/officeDocument/2006/relationships/font" Target="fonts/Arimo-italic.fntdata"/><Relationship Id="rId12" Type="http://schemas.openxmlformats.org/officeDocument/2006/relationships/font" Target="fonts/Arim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BGaramond-regular.fntdata"/><Relationship Id="rId14" Type="http://schemas.openxmlformats.org/officeDocument/2006/relationships/font" Target="fonts/Arimo-boldItalic.fntdata"/><Relationship Id="rId17" Type="http://schemas.openxmlformats.org/officeDocument/2006/relationships/font" Target="fonts/EBGaramond-italic.fntdata"/><Relationship Id="rId16" Type="http://schemas.openxmlformats.org/officeDocument/2006/relationships/font" Target="fonts/EBGaramond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EBGaramon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 INTRODUCTION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8" name="Google Shape;108;p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7" name="Google Shape;127;p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0" name="Google Shape;150;p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4" name="Google Shape;164;p5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-12929"/>
            <a:ext cx="18275701" cy="10280086"/>
          </a:xfrm>
          <a:custGeom>
            <a:rect b="b" l="l" r="r" t="t"/>
            <a:pathLst>
              <a:path extrusionOk="0" h="10280086" w="18275701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4"/>
              <a:buFont typeface="Arial"/>
              <a:buNone/>
            </a:pPr>
            <a:r>
              <a:rPr b="0" i="0" lang="en-US" sz="236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b="0" i="0" sz="236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355392" y="9197915"/>
            <a:ext cx="303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030A0"/>
                </a:solidFill>
              </a:rPr>
              <a:t>2023 – 2024</a:t>
            </a:r>
            <a:endParaRPr b="1" i="0" sz="2800" u="none" cap="none" strike="noStrike">
              <a:solidFill>
                <a:srgbClr val="7030A0"/>
              </a:solidFill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6255085" y="6475285"/>
            <a:ext cx="5251376" cy="921567"/>
            <a:chOff x="9473857" y="6789252"/>
            <a:chExt cx="4312537" cy="1101958"/>
          </a:xfrm>
        </p:grpSpPr>
        <p:sp>
          <p:nvSpPr>
            <p:cNvPr id="96" name="Google Shape;96;p1"/>
            <p:cNvSpPr/>
            <p:nvPr/>
          </p:nvSpPr>
          <p:spPr>
            <a:xfrm>
              <a:off x="9473857" y="6789252"/>
              <a:ext cx="4312537" cy="1101958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CCC0D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10146318" y="7121755"/>
              <a:ext cx="2974200" cy="5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46"/>
                <a:buFont typeface="Arial"/>
                <a:buNone/>
              </a:pPr>
              <a:r>
                <a:rPr b="1" lang="en-US" sz="2746">
                  <a:solidFill>
                    <a:schemeClr val="dk1"/>
                  </a:solidFill>
                </a:rPr>
                <a:t>ABDELILAH SKOURI</a:t>
              </a:r>
              <a:endParaRPr b="1" sz="2746">
                <a:solidFill>
                  <a:schemeClr val="dk1"/>
                </a:solidFill>
              </a:endParaRPr>
            </a:p>
          </p:txBody>
        </p:sp>
      </p:grpSp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859909"/>
            <a:ext cx="5398005" cy="198662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5839522" y="7947684"/>
            <a:ext cx="608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7030A0"/>
                </a:solidFill>
              </a:rPr>
              <a:t>PYTHON JUNIOR</a:t>
            </a:r>
            <a:r>
              <a:rPr lang="en-US" sz="2800">
                <a:solidFill>
                  <a:srgbClr val="7030A0"/>
                </a:solidFill>
              </a:rPr>
              <a:t> </a:t>
            </a:r>
            <a:endParaRPr b="0" i="0" sz="28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1"/>
          <p:cNvGrpSpPr/>
          <p:nvPr/>
        </p:nvGrpSpPr>
        <p:grpSpPr>
          <a:xfrm>
            <a:off x="3428037" y="3562200"/>
            <a:ext cx="10885333" cy="2748227"/>
            <a:chOff x="3428037" y="3562200"/>
            <a:chExt cx="10885333" cy="2748227"/>
          </a:xfrm>
        </p:grpSpPr>
        <p:grpSp>
          <p:nvGrpSpPr>
            <p:cNvPr id="101" name="Google Shape;101;p1"/>
            <p:cNvGrpSpPr/>
            <p:nvPr/>
          </p:nvGrpSpPr>
          <p:grpSpPr>
            <a:xfrm>
              <a:off x="3428037" y="3942644"/>
              <a:ext cx="10885333" cy="1987337"/>
              <a:chOff x="5887128" y="3701298"/>
              <a:chExt cx="6519335" cy="1987337"/>
            </a:xfrm>
          </p:grpSpPr>
          <p:sp>
            <p:nvSpPr>
              <p:cNvPr id="102" name="Google Shape;102;p1"/>
              <p:cNvSpPr/>
              <p:nvPr/>
            </p:nvSpPr>
            <p:spPr>
              <a:xfrm>
                <a:off x="5887128" y="3701298"/>
                <a:ext cx="6519335" cy="1987337"/>
              </a:xfrm>
              <a:custGeom>
                <a:rect b="b" l="l" r="r" t="t"/>
                <a:pathLst>
                  <a:path extrusionOk="0" h="642112" w="6535674">
                    <a:moveTo>
                      <a:pt x="6323838" y="0"/>
                    </a:moveTo>
                    <a:lnTo>
                      <a:pt x="211963" y="0"/>
                    </a:lnTo>
                    <a:lnTo>
                      <a:pt x="44577" y="193294"/>
                    </a:lnTo>
                    <a:lnTo>
                      <a:pt x="14859" y="240411"/>
                    </a:lnTo>
                    <a:lnTo>
                      <a:pt x="0" y="293497"/>
                    </a:lnTo>
                    <a:lnTo>
                      <a:pt x="0" y="348615"/>
                    </a:lnTo>
                    <a:lnTo>
                      <a:pt x="14859" y="401701"/>
                    </a:lnTo>
                    <a:lnTo>
                      <a:pt x="44577" y="448945"/>
                    </a:lnTo>
                    <a:lnTo>
                      <a:pt x="211963" y="642112"/>
                    </a:lnTo>
                    <a:lnTo>
                      <a:pt x="6323838" y="642112"/>
                    </a:lnTo>
                    <a:lnTo>
                      <a:pt x="6491097" y="448818"/>
                    </a:lnTo>
                    <a:lnTo>
                      <a:pt x="6520815" y="401574"/>
                    </a:lnTo>
                    <a:lnTo>
                      <a:pt x="6535674" y="348488"/>
                    </a:lnTo>
                    <a:lnTo>
                      <a:pt x="6535674" y="293497"/>
                    </a:lnTo>
                    <a:lnTo>
                      <a:pt x="6520815" y="240411"/>
                    </a:lnTo>
                    <a:lnTo>
                      <a:pt x="6491097" y="193167"/>
                    </a:lnTo>
                    <a:lnTo>
                      <a:pt x="6323838" y="0"/>
                    </a:lnTo>
                    <a:close/>
                  </a:path>
                </a:pathLst>
              </a:custGeom>
              <a:noFill/>
              <a:ln cap="flat" cmpd="sng" w="38100">
                <a:solidFill>
                  <a:srgbClr val="7030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 txBox="1"/>
              <p:nvPr/>
            </p:nvSpPr>
            <p:spPr>
              <a:xfrm>
                <a:off x="7808761" y="4525448"/>
                <a:ext cx="4126200" cy="42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5687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0"/>
                  <a:buFont typeface="Arial"/>
                  <a:buNone/>
                </a:pPr>
                <a:r>
                  <a:rPr b="1" lang="en-US" sz="4800">
                    <a:solidFill>
                      <a:schemeClr val="dk1"/>
                    </a:solidFill>
                  </a:rPr>
                  <a:t>     AGRI SMART </a:t>
                </a:r>
                <a:endParaRPr b="1" i="0" sz="4800" u="none" cap="none" strike="noStrike">
                  <a:solidFill>
                    <a:schemeClr val="dk1"/>
                  </a:solidFill>
                </a:endParaRPr>
              </a:p>
            </p:txBody>
          </p:sp>
        </p:grpSp>
        <p:pic>
          <p:nvPicPr>
            <p:cNvPr id="104" name="Google Shape;104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38050" y="3562200"/>
              <a:ext cx="2748227" cy="274822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/>
          <p:nvPr/>
        </p:nvSpPr>
        <p:spPr>
          <a:xfrm>
            <a:off x="0" y="-12929"/>
            <a:ext cx="18275701" cy="10280086"/>
          </a:xfrm>
          <a:custGeom>
            <a:rect b="b" l="l" r="r" t="t"/>
            <a:pathLst>
              <a:path extrusionOk="0" h="10280086" w="18275701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2"/>
              <a:buFont typeface="Arial"/>
              <a:buNone/>
            </a:pPr>
            <a:r>
              <a:rPr b="1" i="0" lang="en-US" sz="1682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9452084" y="1565874"/>
            <a:ext cx="9420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4"/>
              <a:buFont typeface="Arial"/>
              <a:buNone/>
            </a:pPr>
            <a:r>
              <a:t/>
            </a:r>
            <a:endParaRPr b="0" i="0" sz="236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9000" y="190500"/>
            <a:ext cx="2893882" cy="1143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2"/>
          <p:cNvGrpSpPr/>
          <p:nvPr/>
        </p:nvGrpSpPr>
        <p:grpSpPr>
          <a:xfrm>
            <a:off x="344596" y="857250"/>
            <a:ext cx="6082500" cy="7732309"/>
            <a:chOff x="344597" y="857250"/>
            <a:chExt cx="6082500" cy="7732309"/>
          </a:xfrm>
        </p:grpSpPr>
        <p:pic>
          <p:nvPicPr>
            <p:cNvPr id="118" name="Google Shape;118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788925" y="857250"/>
              <a:ext cx="3193850" cy="6553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2"/>
            <p:cNvSpPr txBox="1"/>
            <p:nvPr/>
          </p:nvSpPr>
          <p:spPr>
            <a:xfrm>
              <a:off x="344596" y="8081659"/>
              <a:ext cx="60825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lang="en-US" sz="3300">
                  <a:solidFill>
                    <a:srgbClr val="7030A0"/>
                  </a:solidFill>
                </a:rPr>
                <a:t>Farmers </a:t>
              </a:r>
              <a:r>
                <a:rPr b="1" lang="en-US" sz="2800">
                  <a:solidFill>
                    <a:srgbClr val="7030A0"/>
                  </a:solidFill>
                </a:rPr>
                <a:t> </a:t>
              </a:r>
              <a:r>
                <a:rPr lang="en-US" sz="2800">
                  <a:solidFill>
                    <a:srgbClr val="7030A0"/>
                  </a:solidFill>
                </a:rPr>
                <a:t> </a:t>
              </a:r>
              <a:endParaRPr b="0" i="0" sz="28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"/>
          <p:cNvSpPr txBox="1"/>
          <p:nvPr/>
        </p:nvSpPr>
        <p:spPr>
          <a:xfrm>
            <a:off x="6366950" y="3429000"/>
            <a:ext cx="49917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500">
                <a:solidFill>
                  <a:schemeClr val="dk1"/>
                </a:solidFill>
              </a:rPr>
              <a:t>Problem statement ?</a:t>
            </a:r>
            <a:endParaRPr b="1" sz="3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10100">
                <a:solidFill>
                  <a:schemeClr val="dk1"/>
                </a:solidFill>
              </a:rPr>
              <a:t>⇒</a:t>
            </a:r>
            <a:r>
              <a:rPr lang="en-US" sz="8200">
                <a:solidFill>
                  <a:schemeClr val="dk1"/>
                </a:solidFill>
              </a:rPr>
              <a:t> </a:t>
            </a:r>
            <a:endParaRPr b="0" i="0" sz="8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2"/>
          <p:cNvGrpSpPr/>
          <p:nvPr/>
        </p:nvGrpSpPr>
        <p:grpSpPr>
          <a:xfrm>
            <a:off x="11933847" y="1532650"/>
            <a:ext cx="6082500" cy="6155497"/>
            <a:chOff x="11826697" y="2104288"/>
            <a:chExt cx="6082500" cy="6155497"/>
          </a:xfrm>
        </p:grpSpPr>
        <p:pic>
          <p:nvPicPr>
            <p:cNvPr id="122" name="Google Shape;122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429550" y="2104288"/>
              <a:ext cx="4876800" cy="487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 txBox="1"/>
            <p:nvPr/>
          </p:nvSpPr>
          <p:spPr>
            <a:xfrm>
              <a:off x="11826697" y="7751884"/>
              <a:ext cx="60825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lang="en-US" sz="3300">
                  <a:solidFill>
                    <a:srgbClr val="7030A0"/>
                  </a:solidFill>
                </a:rPr>
                <a:t>Tasks management</a:t>
              </a:r>
              <a:r>
                <a:rPr b="1" lang="en-US" sz="3300">
                  <a:solidFill>
                    <a:srgbClr val="7030A0"/>
                  </a:solidFill>
                </a:rPr>
                <a:t> </a:t>
              </a:r>
              <a:r>
                <a:rPr b="1" lang="en-US" sz="2800">
                  <a:solidFill>
                    <a:srgbClr val="7030A0"/>
                  </a:solidFill>
                </a:rPr>
                <a:t> </a:t>
              </a:r>
              <a:r>
                <a:rPr lang="en-US" sz="2800">
                  <a:solidFill>
                    <a:srgbClr val="7030A0"/>
                  </a:solidFill>
                </a:rPr>
                <a:t> </a:t>
              </a:r>
              <a:endParaRPr b="0" i="0" sz="28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-12929"/>
            <a:ext cx="18275701" cy="10280086"/>
          </a:xfrm>
          <a:custGeom>
            <a:rect b="b" l="l" r="r" t="t"/>
            <a:pathLst>
              <a:path extrusionOk="0" h="10280086" w="18275701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2"/>
              <a:buFont typeface="Arial"/>
              <a:buNone/>
            </a:pPr>
            <a:r>
              <a:rPr b="1" i="0" lang="en-US" sz="1682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4"/>
              <a:buFont typeface="Arial"/>
              <a:buNone/>
            </a:pPr>
            <a:r>
              <a:rPr b="0" i="0" lang="en-US" sz="236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b="0" i="0" sz="236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5075" y="4483250"/>
            <a:ext cx="2893882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/>
          <p:cNvPicPr preferRelativeResize="0"/>
          <p:nvPr/>
        </p:nvPicPr>
        <p:blipFill rotWithShape="1">
          <a:blip r:embed="rId5">
            <a:alphaModFix/>
          </a:blip>
          <a:srcRect b="26818" l="0" r="0" t="11658"/>
          <a:stretch/>
        </p:blipFill>
        <p:spPr>
          <a:xfrm>
            <a:off x="138700" y="746225"/>
            <a:ext cx="9537101" cy="32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 rot="5400000">
            <a:off x="4036200" y="5817750"/>
            <a:ext cx="1446600" cy="66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0124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3434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2187446" y="4483247"/>
            <a:ext cx="6082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300">
                <a:solidFill>
                  <a:srgbClr val="7030A0"/>
                </a:solidFill>
              </a:rPr>
              <a:t>      Platform</a:t>
            </a:r>
            <a:r>
              <a:rPr b="1" lang="en-US" sz="3300">
                <a:solidFill>
                  <a:srgbClr val="7030A0"/>
                </a:solidFill>
              </a:rPr>
              <a:t> </a:t>
            </a:r>
            <a:r>
              <a:rPr b="1" lang="en-US" sz="2800">
                <a:solidFill>
                  <a:srgbClr val="7030A0"/>
                </a:solidFill>
              </a:rPr>
              <a:t> </a:t>
            </a:r>
            <a:r>
              <a:rPr lang="en-US" sz="2800">
                <a:solidFill>
                  <a:srgbClr val="7030A0"/>
                </a:solidFill>
              </a:rPr>
              <a:t> </a:t>
            </a:r>
            <a:endParaRPr b="0" i="0" sz="28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5075" y="7403250"/>
            <a:ext cx="5786276" cy="16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8218038" y="7907575"/>
            <a:ext cx="1682700" cy="66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0124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3434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7">
            <a:alphaModFix/>
          </a:blip>
          <a:srcRect b="5513" l="0" r="41704" t="30820"/>
          <a:stretch/>
        </p:blipFill>
        <p:spPr>
          <a:xfrm>
            <a:off x="10516275" y="4638000"/>
            <a:ext cx="7236600" cy="44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 txBox="1"/>
          <p:nvPr/>
        </p:nvSpPr>
        <p:spPr>
          <a:xfrm>
            <a:off x="1266959" y="9239297"/>
            <a:ext cx="6082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300">
                <a:solidFill>
                  <a:srgbClr val="7030A0"/>
                </a:solidFill>
              </a:rPr>
              <a:t>Programming Language</a:t>
            </a:r>
            <a:r>
              <a:rPr b="1" lang="en-US" sz="3300">
                <a:solidFill>
                  <a:srgbClr val="7030A0"/>
                </a:solidFill>
              </a:rPr>
              <a:t> </a:t>
            </a:r>
            <a:r>
              <a:rPr b="1" lang="en-US" sz="2800">
                <a:solidFill>
                  <a:srgbClr val="7030A0"/>
                </a:solidFill>
              </a:rPr>
              <a:t> </a:t>
            </a:r>
            <a:r>
              <a:rPr lang="en-US" sz="2800">
                <a:solidFill>
                  <a:srgbClr val="7030A0"/>
                </a:solidFill>
              </a:rPr>
              <a:t> </a:t>
            </a:r>
            <a:endParaRPr b="0" i="0" sz="28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1093334" y="9391697"/>
            <a:ext cx="6082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300">
                <a:solidFill>
                  <a:srgbClr val="7030A0"/>
                </a:solidFill>
              </a:rPr>
              <a:t>Script/ Code</a:t>
            </a:r>
            <a:r>
              <a:rPr b="1" lang="en-US" sz="3300">
                <a:solidFill>
                  <a:srgbClr val="7030A0"/>
                </a:solidFill>
              </a:rPr>
              <a:t> </a:t>
            </a:r>
            <a:r>
              <a:rPr b="1" lang="en-US" sz="2800">
                <a:solidFill>
                  <a:srgbClr val="7030A0"/>
                </a:solidFill>
              </a:rPr>
              <a:t> </a:t>
            </a:r>
            <a:r>
              <a:rPr lang="en-US" sz="2800">
                <a:solidFill>
                  <a:srgbClr val="7030A0"/>
                </a:solidFill>
              </a:rPr>
              <a:t> </a:t>
            </a:r>
            <a:endParaRPr b="0" i="0" sz="28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 rot="-5400000">
            <a:off x="13551225" y="3409650"/>
            <a:ext cx="1166700" cy="66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0124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434343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10689813" y="2332870"/>
            <a:ext cx="68895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5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800">
                <a:solidFill>
                  <a:schemeClr val="dk1"/>
                </a:solidFill>
              </a:rPr>
              <a:t>AGRI SMART </a:t>
            </a:r>
            <a:endParaRPr b="1" i="0" sz="4800" u="none" cap="none" strike="noStrike">
              <a:solidFill>
                <a:schemeClr val="dk1"/>
              </a:solidFill>
            </a:endParaRPr>
          </a:p>
        </p:txBody>
      </p:sp>
      <p:pic>
        <p:nvPicPr>
          <p:cNvPr id="146" name="Google Shape;14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653327" y="-545727"/>
            <a:ext cx="3298872" cy="3298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/>
          <p:nvPr/>
        </p:nvSpPr>
        <p:spPr>
          <a:xfrm>
            <a:off x="0" y="-12929"/>
            <a:ext cx="18275701" cy="10280086"/>
          </a:xfrm>
          <a:custGeom>
            <a:rect b="b" l="l" r="r" t="t"/>
            <a:pathLst>
              <a:path extrusionOk="0" h="10280086" w="18275701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2"/>
              <a:buFont typeface="Arial"/>
              <a:buNone/>
            </a:pPr>
            <a:r>
              <a:rPr b="1" i="0" lang="en-US" sz="1682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4"/>
              <a:buFont typeface="Arial"/>
              <a:buNone/>
            </a:pPr>
            <a:r>
              <a:rPr b="0" i="0" lang="en-US" sz="236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b="0" i="0" sz="236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9000" y="190500"/>
            <a:ext cx="2893882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4"/>
          <p:cNvPicPr preferRelativeResize="0"/>
          <p:nvPr/>
        </p:nvPicPr>
        <p:blipFill rotWithShape="1">
          <a:blip r:embed="rId5">
            <a:alphaModFix/>
          </a:blip>
          <a:srcRect b="20106" l="0" r="37445" t="12761"/>
          <a:stretch/>
        </p:blipFill>
        <p:spPr>
          <a:xfrm>
            <a:off x="2571750" y="957175"/>
            <a:ext cx="11599676" cy="724027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 txBox="1"/>
          <p:nvPr/>
        </p:nvSpPr>
        <p:spPr>
          <a:xfrm>
            <a:off x="3848700" y="8349550"/>
            <a:ext cx="917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700">
                <a:solidFill>
                  <a:srgbClr val="7030A0"/>
                </a:solidFill>
              </a:rPr>
              <a:t>Let’s get a closer look on the platform !</a:t>
            </a:r>
            <a:r>
              <a:rPr b="1" lang="en-US" sz="3200">
                <a:solidFill>
                  <a:srgbClr val="7030A0"/>
                </a:solidFill>
              </a:rPr>
              <a:t> </a:t>
            </a:r>
            <a:r>
              <a:rPr lang="en-US" sz="3200">
                <a:solidFill>
                  <a:srgbClr val="7030A0"/>
                </a:solidFill>
              </a:rPr>
              <a:t> </a:t>
            </a:r>
            <a:endParaRPr b="0" i="0" sz="32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0" y="-361179"/>
            <a:ext cx="18275701" cy="10280086"/>
          </a:xfrm>
          <a:custGeom>
            <a:rect b="b" l="l" r="r" t="t"/>
            <a:pathLst>
              <a:path extrusionOk="0" h="10280086" w="18275701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5666549" y="5581210"/>
            <a:ext cx="2406635" cy="285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2"/>
              <a:buFont typeface="Arial"/>
              <a:buNone/>
            </a:pPr>
            <a:r>
              <a:rPr b="1" i="0" lang="en-US" sz="1682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9452086" y="1565871"/>
            <a:ext cx="4296774" cy="359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4"/>
              <a:buFont typeface="Arial"/>
              <a:buNone/>
            </a:pPr>
            <a:r>
              <a:rPr b="0" i="0" lang="en-US" sz="236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b="0" i="0" sz="236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9000" y="190500"/>
            <a:ext cx="289388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 txBox="1"/>
          <p:nvPr/>
        </p:nvSpPr>
        <p:spPr>
          <a:xfrm>
            <a:off x="3187275" y="133412"/>
            <a:ext cx="11167800" cy="27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E8EAED"/>
              </a:solidFill>
              <a:highlight>
                <a:srgbClr val="303134"/>
              </a:highlight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E8EAED"/>
              </a:solidFill>
              <a:highlight>
                <a:srgbClr val="303134"/>
              </a:highlight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100">
              <a:solidFill>
                <a:srgbClr val="E8EAED"/>
              </a:solidFill>
              <a:highlight>
                <a:srgbClr val="303134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74"/>
              <a:buFont typeface="Arial"/>
              <a:buNone/>
            </a:pPr>
            <a:r>
              <a:rPr b="1" lang="en-US" sz="4974">
                <a:solidFill>
                  <a:srgbClr val="7030A0"/>
                </a:solidFill>
                <a:latin typeface="EB Garamond"/>
                <a:ea typeface="EB Garamond"/>
                <a:cs typeface="EB Garamond"/>
                <a:sym typeface="EB Garamond"/>
              </a:rPr>
              <a:t>If you are interested you contact me :</a:t>
            </a:r>
            <a:endParaRPr b="1" sz="4974">
              <a:solidFill>
                <a:srgbClr val="7030A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95425" y="5582550"/>
            <a:ext cx="1265050" cy="126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2675" y="7366400"/>
            <a:ext cx="2170525" cy="217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10576" y="3429001"/>
            <a:ext cx="1634752" cy="1634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 txBox="1"/>
          <p:nvPr/>
        </p:nvSpPr>
        <p:spPr>
          <a:xfrm>
            <a:off x="6385325" y="4000075"/>
            <a:ext cx="917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200">
                <a:solidFill>
                  <a:srgbClr val="7030A0"/>
                </a:solidFill>
              </a:rPr>
              <a:t>abdelilahskouri </a:t>
            </a:r>
            <a:r>
              <a:rPr b="1" lang="en-US" sz="3200">
                <a:solidFill>
                  <a:srgbClr val="7030A0"/>
                </a:solidFill>
              </a:rPr>
              <a:t>@gmail.com </a:t>
            </a:r>
            <a:endParaRPr b="1" i="0" sz="3200" u="none" cap="none" strike="noStrike">
              <a:solidFill>
                <a:srgbClr val="7030A0"/>
              </a:solidFill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6385325" y="5867175"/>
            <a:ext cx="917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200">
                <a:solidFill>
                  <a:srgbClr val="7030A0"/>
                </a:solidFill>
              </a:rPr>
              <a:t>+212 684-924544</a:t>
            </a:r>
            <a:endParaRPr b="1" i="0" sz="3200" u="none" cap="none" strike="noStrike">
              <a:solidFill>
                <a:srgbClr val="7030A0"/>
              </a:solidFill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6564525" y="8205363"/>
            <a:ext cx="917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3200">
                <a:solidFill>
                  <a:srgbClr val="7030A0"/>
                </a:solidFill>
              </a:rPr>
              <a:t>@agri_smart</a:t>
            </a:r>
            <a:endParaRPr b="1" i="0" sz="3200" u="none" cap="none" strike="noStrike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
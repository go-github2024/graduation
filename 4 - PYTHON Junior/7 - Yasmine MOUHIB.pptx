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82" r:id="rId3"/>
    <p:sldId id="269" r:id="rId4"/>
    <p:sldId id="274" r:id="rId5"/>
    <p:sldId id="275" r:id="rId6"/>
    <p:sldId id="276" r:id="rId7"/>
    <p:sldId id="277" r:id="rId8"/>
    <p:sldId id="272" r:id="rId9"/>
    <p:sldId id="278" r:id="rId10"/>
    <p:sldId id="280" r:id="rId11"/>
    <p:sldId id="279" r:id="rId12"/>
    <p:sldId id="271" r:id="rId13"/>
    <p:sldId id="281" r:id="rId14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Arial Bold" panose="020B0604020202020204" charset="0"/>
      <p:regular r:id="rId17"/>
      <p:bold r:id="rId18"/>
    </p:embeddedFont>
    <p:embeddedFont>
      <p:font typeface="Arimo Bold" panose="020B0604020202020204" charset="0"/>
      <p:regular r:id="rId19"/>
      <p:bold r:id="rId20"/>
    </p:embeddedFont>
    <p:embeddedFont>
      <p:font typeface="Bauhaus 93" panose="04030905020B02020C02" pitchFamily="82" charset="0"/>
      <p:regular r:id="rId21"/>
    </p:embeddedFont>
    <p:embeddedFont>
      <p:font typeface="Blackadder ITC" panose="04020505051007020D02" pitchFamily="82" charset="0"/>
      <p:regular r:id="rId22"/>
    </p:embeddedFont>
    <p:embeddedFont>
      <p:font typeface="Harlow Solid Italic" panose="04030604020F02020D02" pitchFamily="82" charset="0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3" autoAdjust="0"/>
  </p:normalViewPr>
  <p:slideViewPr>
    <p:cSldViewPr>
      <p:cViewPr varScale="1">
        <p:scale>
          <a:sx n="43" d="100"/>
          <a:sy n="43" d="100"/>
        </p:scale>
        <p:origin x="692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e Mouhib" userId="a1eabcdc11b95493" providerId="LiveId" clId="{9F89829E-C321-4FAD-9571-FFEADBD3DA24}"/>
    <pc:docChg chg="undo redo custSel addSld delSld modSld sldOrd addSection delSection">
      <pc:chgData name="Yasmine Mouhib" userId="a1eabcdc11b95493" providerId="LiveId" clId="{9F89829E-C321-4FAD-9571-FFEADBD3DA24}" dt="2024-07-27T15:13:21.915" v="757"/>
      <pc:docMkLst>
        <pc:docMk/>
      </pc:docMkLst>
      <pc:sldChg chg="addSp delSp modSp mod modTransition">
        <pc:chgData name="Yasmine Mouhib" userId="a1eabcdc11b95493" providerId="LiveId" clId="{9F89829E-C321-4FAD-9571-FFEADBD3DA24}" dt="2024-07-27T12:43:36.654" v="737" actId="1076"/>
        <pc:sldMkLst>
          <pc:docMk/>
          <pc:sldMk cId="0" sldId="256"/>
        </pc:sldMkLst>
        <pc:spChg chg="mod">
          <ac:chgData name="Yasmine Mouhib" userId="a1eabcdc11b95493" providerId="LiveId" clId="{9F89829E-C321-4FAD-9571-FFEADBD3DA24}" dt="2024-07-27T12:41:54.831" v="70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asmine Mouhib" userId="a1eabcdc11b95493" providerId="LiveId" clId="{9F89829E-C321-4FAD-9571-FFEADBD3DA24}" dt="2024-07-27T00:28:17.765" v="94" actId="1076"/>
          <ac:spMkLst>
            <pc:docMk/>
            <pc:sldMk cId="0" sldId="256"/>
            <ac:spMk id="6" creationId="{00000000-0000-0000-0000-000000000000}"/>
          </ac:spMkLst>
        </pc:spChg>
        <pc:spChg chg="mod topLvl">
          <ac:chgData name="Yasmine Mouhib" userId="a1eabcdc11b95493" providerId="LiveId" clId="{9F89829E-C321-4FAD-9571-FFEADBD3DA24}" dt="2024-07-27T12:42:02.518" v="709" actId="165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Yasmine Mouhib" userId="a1eabcdc11b95493" providerId="LiveId" clId="{9F89829E-C321-4FAD-9571-FFEADBD3DA24}" dt="2024-07-27T12:43:36.654" v="737" actId="1076"/>
          <ac:spMkLst>
            <pc:docMk/>
            <pc:sldMk cId="0" sldId="256"/>
            <ac:spMk id="11" creationId="{DBB197FE-ED6D-D3E1-D28A-871775F90341}"/>
          </ac:spMkLst>
        </pc:spChg>
        <pc:spChg chg="del mod">
          <ac:chgData name="Yasmine Mouhib" userId="a1eabcdc11b95493" providerId="LiveId" clId="{9F89829E-C321-4FAD-9571-FFEADBD3DA24}" dt="2024-07-27T12:42:18.363" v="712" actId="478"/>
          <ac:spMkLst>
            <pc:docMk/>
            <pc:sldMk cId="0" sldId="256"/>
            <ac:spMk id="15" creationId="{A92E937B-0AF3-B89A-7C78-303402BC4B99}"/>
          </ac:spMkLst>
        </pc:spChg>
        <pc:spChg chg="mod topLvl">
          <ac:chgData name="Yasmine Mouhib" userId="a1eabcdc11b95493" providerId="LiveId" clId="{9F89829E-C321-4FAD-9571-FFEADBD3DA24}" dt="2024-07-27T12:42:02.518" v="709" actId="165"/>
          <ac:spMkLst>
            <pc:docMk/>
            <pc:sldMk cId="0" sldId="256"/>
            <ac:spMk id="18" creationId="{00000000-0000-0000-0000-000000000000}"/>
          </ac:spMkLst>
        </pc:spChg>
        <pc:grpChg chg="add del mod">
          <ac:chgData name="Yasmine Mouhib" userId="a1eabcdc11b95493" providerId="LiveId" clId="{9F89829E-C321-4FAD-9571-FFEADBD3DA24}" dt="2024-07-27T12:42:02.518" v="709" actId="165"/>
          <ac:grpSpMkLst>
            <pc:docMk/>
            <pc:sldMk cId="0" sldId="256"/>
            <ac:grpSpMk id="8" creationId="{D90CFBE9-3AB4-E1BA-3533-59725C9A64E8}"/>
          </ac:grpSpMkLst>
        </pc:grpChg>
        <pc:grpChg chg="del mod topLvl">
          <ac:chgData name="Yasmine Mouhib" userId="a1eabcdc11b95493" providerId="LiveId" clId="{9F89829E-C321-4FAD-9571-FFEADBD3DA24}" dt="2024-07-27T12:42:18.363" v="712" actId="478"/>
          <ac:grpSpMkLst>
            <pc:docMk/>
            <pc:sldMk cId="0" sldId="256"/>
            <ac:grpSpMk id="16" creationId="{00000000-0000-0000-0000-000000000000}"/>
          </ac:grpSpMkLst>
        </pc:grpChg>
        <pc:grpChg chg="mod topLvl">
          <ac:chgData name="Yasmine Mouhib" userId="a1eabcdc11b95493" providerId="LiveId" clId="{9F89829E-C321-4FAD-9571-FFEADBD3DA24}" dt="2024-07-27T12:42:02.518" v="709" actId="165"/>
          <ac:grpSpMkLst>
            <pc:docMk/>
            <pc:sldMk cId="0" sldId="256"/>
            <ac:grpSpMk id="17" creationId="{00000000-0000-0000-0000-000000000000}"/>
          </ac:grpSpMkLst>
        </pc:grpChg>
        <pc:picChg chg="add mod">
          <ac:chgData name="Yasmine Mouhib" userId="a1eabcdc11b95493" providerId="LiveId" clId="{9F89829E-C321-4FAD-9571-FFEADBD3DA24}" dt="2024-07-27T12:43:36.654" v="737" actId="1076"/>
          <ac:picMkLst>
            <pc:docMk/>
            <pc:sldMk cId="0" sldId="256"/>
            <ac:picMk id="2" creationId="{FCC99087-6C12-AE6D-9064-43488796C3D0}"/>
          </ac:picMkLst>
        </pc:picChg>
      </pc:sldChg>
      <pc:sldChg chg="addSp delSp modSp mod modTransition">
        <pc:chgData name="Yasmine Mouhib" userId="a1eabcdc11b95493" providerId="LiveId" clId="{9F89829E-C321-4FAD-9571-FFEADBD3DA24}" dt="2024-07-27T12:45:13.947" v="752" actId="1076"/>
        <pc:sldMkLst>
          <pc:docMk/>
          <pc:sldMk cId="846461124" sldId="269"/>
        </pc:sldMkLst>
        <pc:spChg chg="add del">
          <ac:chgData name="Yasmine Mouhib" userId="a1eabcdc11b95493" providerId="LiveId" clId="{9F89829E-C321-4FAD-9571-FFEADBD3DA24}" dt="2024-07-27T00:19:05.611" v="22" actId="478"/>
          <ac:spMkLst>
            <pc:docMk/>
            <pc:sldMk cId="846461124" sldId="269"/>
            <ac:spMk id="2" creationId="{239A7D3C-3879-9EA9-ABB5-3241EB8D5A16}"/>
          </ac:spMkLst>
        </pc:spChg>
        <pc:spChg chg="mod">
          <ac:chgData name="Yasmine Mouhib" userId="a1eabcdc11b95493" providerId="LiveId" clId="{9F89829E-C321-4FAD-9571-FFEADBD3DA24}" dt="2024-07-27T12:44:47.569" v="746" actId="1076"/>
          <ac:spMkLst>
            <pc:docMk/>
            <pc:sldMk cId="846461124" sldId="269"/>
            <ac:spMk id="3" creationId="{00000000-0000-0000-0000-000000000000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11" creationId="{68DC02BE-A285-C52B-32EB-41C827184E84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15" creationId="{69F68F1C-8369-9D17-9E2A-00E38D69031C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17" creationId="{9103F171-725A-D09A-A23A-CE5842AA7F3C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18" creationId="{A77886FF-B781-384A-6062-9B38C9FF8BD0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19" creationId="{F6D50397-32DC-088E-17DA-BBC629286C7F}"/>
          </ac:spMkLst>
        </pc:spChg>
        <pc:spChg chg="mod">
          <ac:chgData name="Yasmine Mouhib" userId="a1eabcdc11b95493" providerId="LiveId" clId="{9F89829E-C321-4FAD-9571-FFEADBD3DA24}" dt="2024-07-27T00:26:06.146" v="75"/>
          <ac:spMkLst>
            <pc:docMk/>
            <pc:sldMk cId="846461124" sldId="269"/>
            <ac:spMk id="20" creationId="{DF8B8C28-6B95-C7CE-3A3E-F82AFB8416D3}"/>
          </ac:spMkLst>
        </pc:spChg>
        <pc:spChg chg="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0" creationId="{B3FB62D8-E698-2316-1A1C-A28C21252817}"/>
          </ac:spMkLst>
        </pc:spChg>
        <pc:spChg chg="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3" creationId="{49CC7D6F-6965-12A1-47E1-1C4407B89586}"/>
          </ac:spMkLst>
        </pc:spChg>
        <pc:spChg chg="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4" creationId="{2361D05E-B1D8-24B6-8B1F-7B0E2A66586F}"/>
          </ac:spMkLst>
        </pc:spChg>
        <pc:spChg chg="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5" creationId="{733FE2CE-0395-4617-BE0C-F94FF1E72EC7}"/>
          </ac:spMkLst>
        </pc:spChg>
        <pc:spChg chg="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6" creationId="{45B2003E-88D4-9E61-8901-2F3112854EAC}"/>
          </ac:spMkLst>
        </pc:spChg>
        <pc:spChg chg="add mod">
          <ac:chgData name="Yasmine Mouhib" userId="a1eabcdc11b95493" providerId="LiveId" clId="{9F89829E-C321-4FAD-9571-FFEADBD3DA24}" dt="2024-07-27T12:44:44.622" v="744"/>
          <ac:spMkLst>
            <pc:docMk/>
            <pc:sldMk cId="846461124" sldId="269"/>
            <ac:spMk id="38" creationId="{1DDBE6DC-588E-2FCF-84CF-50D01F112B38}"/>
          </ac:spMkLst>
        </pc:spChg>
        <pc:spChg chg="mod">
          <ac:chgData name="Yasmine Mouhib" userId="a1eabcdc11b95493" providerId="LiveId" clId="{9F89829E-C321-4FAD-9571-FFEADBD3DA24}" dt="2024-07-27T12:44:51.087" v="747"/>
          <ac:spMkLst>
            <pc:docMk/>
            <pc:sldMk cId="846461124" sldId="269"/>
            <ac:spMk id="41" creationId="{097443E6-AE09-7710-A5A4-5CFBE79EB017}"/>
          </ac:spMkLst>
        </pc:spChg>
        <pc:spChg chg="mod">
          <ac:chgData name="Yasmine Mouhib" userId="a1eabcdc11b95493" providerId="LiveId" clId="{9F89829E-C321-4FAD-9571-FFEADBD3DA24}" dt="2024-07-27T12:44:51.087" v="747"/>
          <ac:spMkLst>
            <pc:docMk/>
            <pc:sldMk cId="846461124" sldId="269"/>
            <ac:spMk id="44" creationId="{D571ECF7-4BD2-7C93-62AE-1144F01A3FEC}"/>
          </ac:spMkLst>
        </pc:spChg>
        <pc:spChg chg="mod">
          <ac:chgData name="Yasmine Mouhib" userId="a1eabcdc11b95493" providerId="LiveId" clId="{9F89829E-C321-4FAD-9571-FFEADBD3DA24}" dt="2024-07-27T12:44:51.087" v="747"/>
          <ac:spMkLst>
            <pc:docMk/>
            <pc:sldMk cId="846461124" sldId="269"/>
            <ac:spMk id="45" creationId="{90C81CFF-14FB-88D8-4F9B-57D55CB1CD0B}"/>
          </ac:spMkLst>
        </pc:spChg>
        <pc:spChg chg="mod">
          <ac:chgData name="Yasmine Mouhib" userId="a1eabcdc11b95493" providerId="LiveId" clId="{9F89829E-C321-4FAD-9571-FFEADBD3DA24}" dt="2024-07-27T12:44:51.087" v="747"/>
          <ac:spMkLst>
            <pc:docMk/>
            <pc:sldMk cId="846461124" sldId="269"/>
            <ac:spMk id="46" creationId="{AB00A47F-6366-1A13-488C-C55D01A4B058}"/>
          </ac:spMkLst>
        </pc:spChg>
        <pc:spChg chg="mod">
          <ac:chgData name="Yasmine Mouhib" userId="a1eabcdc11b95493" providerId="LiveId" clId="{9F89829E-C321-4FAD-9571-FFEADBD3DA24}" dt="2024-07-27T12:44:51.087" v="747"/>
          <ac:spMkLst>
            <pc:docMk/>
            <pc:sldMk cId="846461124" sldId="269"/>
            <ac:spMk id="47" creationId="{381153EE-7AB8-2AA0-4F46-BD2F6B1F1500}"/>
          </ac:spMkLst>
        </pc:spChg>
        <pc:spChg chg="add mod">
          <ac:chgData name="Yasmine Mouhib" userId="a1eabcdc11b95493" providerId="LiveId" clId="{9F89829E-C321-4FAD-9571-FFEADBD3DA24}" dt="2024-07-27T12:45:13.947" v="752" actId="1076"/>
          <ac:spMkLst>
            <pc:docMk/>
            <pc:sldMk cId="846461124" sldId="269"/>
            <ac:spMk id="49" creationId="{DB06DEBB-1CD2-E275-B672-C4E5670F1CCB}"/>
          </ac:spMkLst>
        </pc:spChg>
        <pc:grpChg chg="add del mod">
          <ac:chgData name="Yasmine Mouhib" userId="a1eabcdc11b95493" providerId="LiveId" clId="{9F89829E-C321-4FAD-9571-FFEADBD3DA24}" dt="2024-07-27T12:44:31.649" v="743" actId="478"/>
          <ac:grpSpMkLst>
            <pc:docMk/>
            <pc:sldMk cId="846461124" sldId="269"/>
            <ac:grpSpMk id="10" creationId="{6F6BDEB6-CE77-8279-6125-DA5C896AEACA}"/>
          </ac:grpSpMkLst>
        </pc:grpChg>
        <pc:grpChg chg="mod">
          <ac:chgData name="Yasmine Mouhib" userId="a1eabcdc11b95493" providerId="LiveId" clId="{9F89829E-C321-4FAD-9571-FFEADBD3DA24}" dt="2024-07-27T00:26:06.146" v="75"/>
          <ac:grpSpMkLst>
            <pc:docMk/>
            <pc:sldMk cId="846461124" sldId="269"/>
            <ac:grpSpMk id="13" creationId="{20B27734-8A75-6732-D970-83E6E8C6B2EE}"/>
          </ac:grpSpMkLst>
        </pc:grpChg>
        <pc:grpChg chg="mod">
          <ac:chgData name="Yasmine Mouhib" userId="a1eabcdc11b95493" providerId="LiveId" clId="{9F89829E-C321-4FAD-9571-FFEADBD3DA24}" dt="2024-07-27T00:26:06.146" v="75"/>
          <ac:grpSpMkLst>
            <pc:docMk/>
            <pc:sldMk cId="846461124" sldId="269"/>
            <ac:grpSpMk id="14" creationId="{F7776BDA-EE1A-3341-3A71-848235ED0D46}"/>
          </ac:grpSpMkLst>
        </pc:grpChg>
        <pc:grpChg chg="mod">
          <ac:chgData name="Yasmine Mouhib" userId="a1eabcdc11b95493" providerId="LiveId" clId="{9F89829E-C321-4FAD-9571-FFEADBD3DA24}" dt="2024-07-27T00:26:06.146" v="75"/>
          <ac:grpSpMkLst>
            <pc:docMk/>
            <pc:sldMk cId="846461124" sldId="269"/>
            <ac:grpSpMk id="16" creationId="{5B5604F2-BF72-0550-C056-B3C58776ED73}"/>
          </ac:grpSpMkLst>
        </pc:grpChg>
        <pc:grpChg chg="add mod">
          <ac:chgData name="Yasmine Mouhib" userId="a1eabcdc11b95493" providerId="LiveId" clId="{9F89829E-C321-4FAD-9571-FFEADBD3DA24}" dt="2024-07-27T12:44:44.622" v="744"/>
          <ac:grpSpMkLst>
            <pc:docMk/>
            <pc:sldMk cId="846461124" sldId="269"/>
            <ac:grpSpMk id="29" creationId="{976C4BBC-B4CE-BB30-0137-F144FEDEA405}"/>
          </ac:grpSpMkLst>
        </pc:grpChg>
        <pc:grpChg chg="mod">
          <ac:chgData name="Yasmine Mouhib" userId="a1eabcdc11b95493" providerId="LiveId" clId="{9F89829E-C321-4FAD-9571-FFEADBD3DA24}" dt="2024-07-27T12:44:44.622" v="744"/>
          <ac:grpSpMkLst>
            <pc:docMk/>
            <pc:sldMk cId="846461124" sldId="269"/>
            <ac:grpSpMk id="31" creationId="{810CE71B-EE41-0AB3-9560-CA180A86DA4F}"/>
          </ac:grpSpMkLst>
        </pc:grpChg>
        <pc:grpChg chg="mod">
          <ac:chgData name="Yasmine Mouhib" userId="a1eabcdc11b95493" providerId="LiveId" clId="{9F89829E-C321-4FAD-9571-FFEADBD3DA24}" dt="2024-07-27T12:44:44.622" v="744"/>
          <ac:grpSpMkLst>
            <pc:docMk/>
            <pc:sldMk cId="846461124" sldId="269"/>
            <ac:grpSpMk id="32" creationId="{C34BCAFB-E282-BDCF-9B73-0A27677F542E}"/>
          </ac:grpSpMkLst>
        </pc:grpChg>
        <pc:grpChg chg="add mod">
          <ac:chgData name="Yasmine Mouhib" userId="a1eabcdc11b95493" providerId="LiveId" clId="{9F89829E-C321-4FAD-9571-FFEADBD3DA24}" dt="2024-07-27T12:45:13.947" v="752" actId="1076"/>
          <ac:grpSpMkLst>
            <pc:docMk/>
            <pc:sldMk cId="846461124" sldId="269"/>
            <ac:grpSpMk id="40" creationId="{AD3AA6F3-1AA1-A481-CA07-BE9D1F0438B8}"/>
          </ac:grpSpMkLst>
        </pc:grpChg>
        <pc:grpChg chg="mod">
          <ac:chgData name="Yasmine Mouhib" userId="a1eabcdc11b95493" providerId="LiveId" clId="{9F89829E-C321-4FAD-9571-FFEADBD3DA24}" dt="2024-07-27T12:44:51.087" v="747"/>
          <ac:grpSpMkLst>
            <pc:docMk/>
            <pc:sldMk cId="846461124" sldId="269"/>
            <ac:grpSpMk id="42" creationId="{862CA722-D5B3-5040-437B-2918C555F2D3}"/>
          </ac:grpSpMkLst>
        </pc:grpChg>
        <pc:grpChg chg="mod">
          <ac:chgData name="Yasmine Mouhib" userId="a1eabcdc11b95493" providerId="LiveId" clId="{9F89829E-C321-4FAD-9571-FFEADBD3DA24}" dt="2024-07-27T12:44:51.087" v="747"/>
          <ac:grpSpMkLst>
            <pc:docMk/>
            <pc:sldMk cId="846461124" sldId="269"/>
            <ac:grpSpMk id="43" creationId="{CF3BEE95-CF04-A3D2-9260-B2134562D20D}"/>
          </ac:grpSpMkLst>
        </pc:grpChg>
        <pc:picChg chg="del mod">
          <ac:chgData name="Yasmine Mouhib" userId="a1eabcdc11b95493" providerId="LiveId" clId="{9F89829E-C321-4FAD-9571-FFEADBD3DA24}" dt="2024-07-27T11:34:20.088" v="149" actId="478"/>
          <ac:picMkLst>
            <pc:docMk/>
            <pc:sldMk cId="846461124" sldId="269"/>
            <ac:picMk id="5" creationId="{8B6BE454-2F11-AB26-E188-05D88F263569}"/>
          </ac:picMkLst>
        </pc:picChg>
        <pc:picChg chg="add del mod">
          <ac:chgData name="Yasmine Mouhib" userId="a1eabcdc11b95493" providerId="LiveId" clId="{9F89829E-C321-4FAD-9571-FFEADBD3DA24}" dt="2024-07-27T00:22:52.585" v="57" actId="478"/>
          <ac:picMkLst>
            <pc:docMk/>
            <pc:sldMk cId="846461124" sldId="269"/>
            <ac:picMk id="8" creationId="{D81C9778-9268-8AFB-C84C-39129BE9F4A0}"/>
          </ac:picMkLst>
        </pc:picChg>
        <pc:picChg chg="add del mod">
          <ac:chgData name="Yasmine Mouhib" userId="a1eabcdc11b95493" providerId="LiveId" clId="{9F89829E-C321-4FAD-9571-FFEADBD3DA24}" dt="2024-07-27T11:36:46.026" v="172" actId="478"/>
          <ac:picMkLst>
            <pc:docMk/>
            <pc:sldMk cId="846461124" sldId="269"/>
            <ac:picMk id="9" creationId="{649E2D45-54B3-5BE1-879F-9B0555C9CA2E}"/>
          </ac:picMkLst>
        </pc:picChg>
        <pc:picChg chg="add mod">
          <ac:chgData name="Yasmine Mouhib" userId="a1eabcdc11b95493" providerId="LiveId" clId="{9F89829E-C321-4FAD-9571-FFEADBD3DA24}" dt="2024-07-27T11:30:53.583" v="102"/>
          <ac:picMkLst>
            <pc:docMk/>
            <pc:sldMk cId="846461124" sldId="269"/>
            <ac:picMk id="21" creationId="{C69266ED-588A-9104-90FB-125D20C13795}"/>
          </ac:picMkLst>
        </pc:picChg>
        <pc:picChg chg="add mod">
          <ac:chgData name="Yasmine Mouhib" userId="a1eabcdc11b95493" providerId="LiveId" clId="{9F89829E-C321-4FAD-9571-FFEADBD3DA24}" dt="2024-07-27T11:31:49.219" v="120" actId="14100"/>
          <ac:picMkLst>
            <pc:docMk/>
            <pc:sldMk cId="846461124" sldId="269"/>
            <ac:picMk id="22" creationId="{9D6E55AB-A26E-3A02-BED6-87C67E25E21F}"/>
          </ac:picMkLst>
        </pc:picChg>
        <pc:picChg chg="add del mod">
          <ac:chgData name="Yasmine Mouhib" userId="a1eabcdc11b95493" providerId="LiveId" clId="{9F89829E-C321-4FAD-9571-FFEADBD3DA24}" dt="2024-07-27T11:31:46.494" v="114" actId="1076"/>
          <ac:picMkLst>
            <pc:docMk/>
            <pc:sldMk cId="846461124" sldId="269"/>
            <ac:picMk id="23" creationId="{F0A7120E-12F7-19DB-2151-AC35F3DBDAAB}"/>
          </ac:picMkLst>
        </pc:picChg>
        <pc:picChg chg="add del mod">
          <ac:chgData name="Yasmine Mouhib" userId="a1eabcdc11b95493" providerId="LiveId" clId="{9F89829E-C321-4FAD-9571-FFEADBD3DA24}" dt="2024-07-27T11:34:42.823" v="157" actId="478"/>
          <ac:picMkLst>
            <pc:docMk/>
            <pc:sldMk cId="846461124" sldId="269"/>
            <ac:picMk id="24" creationId="{480DCCAC-BA70-42BB-A89B-F64A227E133B}"/>
          </ac:picMkLst>
        </pc:picChg>
        <pc:picChg chg="add mod">
          <ac:chgData name="Yasmine Mouhib" userId="a1eabcdc11b95493" providerId="LiveId" clId="{9F89829E-C321-4FAD-9571-FFEADBD3DA24}" dt="2024-07-27T11:35:01.536" v="162" actId="1076"/>
          <ac:picMkLst>
            <pc:docMk/>
            <pc:sldMk cId="846461124" sldId="269"/>
            <ac:picMk id="25" creationId="{326C04E0-4B44-D876-ADE0-11F4DFB4D940}"/>
          </ac:picMkLst>
        </pc:picChg>
        <pc:picChg chg="add mod">
          <ac:chgData name="Yasmine Mouhib" userId="a1eabcdc11b95493" providerId="LiveId" clId="{9F89829E-C321-4FAD-9571-FFEADBD3DA24}" dt="2024-07-27T11:35:11.085" v="164" actId="1076"/>
          <ac:picMkLst>
            <pc:docMk/>
            <pc:sldMk cId="846461124" sldId="269"/>
            <ac:picMk id="26" creationId="{20840616-1E8F-850F-69D3-DB4D849D0251}"/>
          </ac:picMkLst>
        </pc:picChg>
        <pc:picChg chg="add mod">
          <ac:chgData name="Yasmine Mouhib" userId="a1eabcdc11b95493" providerId="LiveId" clId="{9F89829E-C321-4FAD-9571-FFEADBD3DA24}" dt="2024-07-27T11:36:43.344" v="171"/>
          <ac:picMkLst>
            <pc:docMk/>
            <pc:sldMk cId="846461124" sldId="269"/>
            <ac:picMk id="27" creationId="{14162D2B-84A1-0CE2-EC36-8345CD88C99A}"/>
          </ac:picMkLst>
        </pc:picChg>
        <pc:picChg chg="add mod">
          <ac:chgData name="Yasmine Mouhib" userId="a1eabcdc11b95493" providerId="LiveId" clId="{9F89829E-C321-4FAD-9571-FFEADBD3DA24}" dt="2024-07-27T12:44:44.622" v="744"/>
          <ac:picMkLst>
            <pc:docMk/>
            <pc:sldMk cId="846461124" sldId="269"/>
            <ac:picMk id="28" creationId="{7DC19CCA-AD9B-4AB3-6706-7CDA1696B333}"/>
          </ac:picMkLst>
        </pc:picChg>
        <pc:picChg chg="add mod">
          <ac:chgData name="Yasmine Mouhib" userId="a1eabcdc11b95493" providerId="LiveId" clId="{9F89829E-C321-4FAD-9571-FFEADBD3DA24}" dt="2024-07-27T12:44:44.622" v="744"/>
          <ac:picMkLst>
            <pc:docMk/>
            <pc:sldMk cId="846461124" sldId="269"/>
            <ac:picMk id="37" creationId="{8C4B6E65-14EE-2CFE-8F36-397553D448A2}"/>
          </ac:picMkLst>
        </pc:picChg>
        <pc:picChg chg="add mod">
          <ac:chgData name="Yasmine Mouhib" userId="a1eabcdc11b95493" providerId="LiveId" clId="{9F89829E-C321-4FAD-9571-FFEADBD3DA24}" dt="2024-07-27T12:45:13.947" v="752" actId="1076"/>
          <ac:picMkLst>
            <pc:docMk/>
            <pc:sldMk cId="846461124" sldId="269"/>
            <ac:picMk id="39" creationId="{CB3A1A2B-9180-C37B-8683-734DC58765C7}"/>
          </ac:picMkLst>
        </pc:picChg>
        <pc:picChg chg="add mod">
          <ac:chgData name="Yasmine Mouhib" userId="a1eabcdc11b95493" providerId="LiveId" clId="{9F89829E-C321-4FAD-9571-FFEADBD3DA24}" dt="2024-07-27T12:45:13.947" v="752" actId="1076"/>
          <ac:picMkLst>
            <pc:docMk/>
            <pc:sldMk cId="846461124" sldId="269"/>
            <ac:picMk id="48" creationId="{F411A2A0-FCF1-D282-62BB-429AB5D1F7BF}"/>
          </ac:picMkLst>
        </pc:picChg>
        <pc:picChg chg="del mod">
          <ac:chgData name="Yasmine Mouhib" userId="a1eabcdc11b95493" providerId="LiveId" clId="{9F89829E-C321-4FAD-9571-FFEADBD3DA24}" dt="2024-07-27T11:34:56.983" v="161" actId="478"/>
          <ac:picMkLst>
            <pc:docMk/>
            <pc:sldMk cId="846461124" sldId="269"/>
            <ac:picMk id="1026" creationId="{AB2993D7-2060-FC49-4943-C814B7CA7DE5}"/>
          </ac:picMkLst>
        </pc:picChg>
      </pc:sldChg>
      <pc:sldChg chg="addSp delSp modSp mod modTransition">
        <pc:chgData name="Yasmine Mouhib" userId="a1eabcdc11b95493" providerId="LiveId" clId="{9F89829E-C321-4FAD-9571-FFEADBD3DA24}" dt="2024-07-27T12:42:06.653" v="711" actId="1076"/>
        <pc:sldMkLst>
          <pc:docMk/>
          <pc:sldMk cId="1794660941" sldId="271"/>
        </pc:sldMkLst>
        <pc:spChg chg="mod">
          <ac:chgData name="Yasmine Mouhib" userId="a1eabcdc11b95493" providerId="LiveId" clId="{9F89829E-C321-4FAD-9571-FFEADBD3DA24}" dt="2024-07-27T12:26:05.088" v="604" actId="1076"/>
          <ac:spMkLst>
            <pc:docMk/>
            <pc:sldMk cId="1794660941" sldId="271"/>
            <ac:spMk id="3" creationId="{00000000-0000-0000-0000-000000000000}"/>
          </ac:spMkLst>
        </pc:spChg>
        <pc:spChg chg="add mod">
          <ac:chgData name="Yasmine Mouhib" userId="a1eabcdc11b95493" providerId="LiveId" clId="{9F89829E-C321-4FAD-9571-FFEADBD3DA24}" dt="2024-07-27T12:29:46.231" v="634" actId="1076"/>
          <ac:spMkLst>
            <pc:docMk/>
            <pc:sldMk cId="1794660941" sldId="271"/>
            <ac:spMk id="5" creationId="{86A7FC55-C8EF-5D12-1EE0-257D2B605857}"/>
          </ac:spMkLst>
        </pc:spChg>
        <pc:spChg chg="add mod">
          <ac:chgData name="Yasmine Mouhib" userId="a1eabcdc11b95493" providerId="LiveId" clId="{9F89829E-C321-4FAD-9571-FFEADBD3DA24}" dt="2024-07-27T12:42:06.653" v="711" actId="1076"/>
          <ac:spMkLst>
            <pc:docMk/>
            <pc:sldMk cId="1794660941" sldId="271"/>
            <ac:spMk id="11" creationId="{FB81ED6E-F37F-2C38-1B9E-F0AE7E5A12A3}"/>
          </ac:spMkLst>
        </pc:spChg>
        <pc:spChg chg="del mod">
          <ac:chgData name="Yasmine Mouhib" userId="a1eabcdc11b95493" providerId="LiveId" clId="{9F89829E-C321-4FAD-9571-FFEADBD3DA24}" dt="2024-07-27T12:28:00.325" v="615" actId="478"/>
          <ac:spMkLst>
            <pc:docMk/>
            <pc:sldMk cId="1794660941" sldId="271"/>
            <ac:spMk id="18" creationId="{00000000-0000-0000-0000-000000000000}"/>
          </ac:spMkLst>
        </pc:spChg>
        <pc:picChg chg="add mod">
          <ac:chgData name="Yasmine Mouhib" userId="a1eabcdc11b95493" providerId="LiveId" clId="{9F89829E-C321-4FAD-9571-FFEADBD3DA24}" dt="2024-07-27T12:29:36.593" v="633" actId="1076"/>
          <ac:picMkLst>
            <pc:docMk/>
            <pc:sldMk cId="1794660941" sldId="271"/>
            <ac:picMk id="6" creationId="{5FEDA81D-9F83-A591-1F17-EF7447BC2B24}"/>
          </ac:picMkLst>
        </pc:picChg>
        <pc:picChg chg="add mod">
          <ac:chgData name="Yasmine Mouhib" userId="a1eabcdc11b95493" providerId="LiveId" clId="{9F89829E-C321-4FAD-9571-FFEADBD3DA24}" dt="2024-07-27T12:29:36.593" v="633" actId="1076"/>
          <ac:picMkLst>
            <pc:docMk/>
            <pc:sldMk cId="1794660941" sldId="271"/>
            <ac:picMk id="8" creationId="{93DA3AC2-227A-EEF8-4ED7-5A685041948C}"/>
          </ac:picMkLst>
        </pc:picChg>
        <pc:picChg chg="add mod">
          <ac:chgData name="Yasmine Mouhib" userId="a1eabcdc11b95493" providerId="LiveId" clId="{9F89829E-C321-4FAD-9571-FFEADBD3DA24}" dt="2024-07-27T12:29:36.593" v="633" actId="1076"/>
          <ac:picMkLst>
            <pc:docMk/>
            <pc:sldMk cId="1794660941" sldId="271"/>
            <ac:picMk id="9" creationId="{8CF6DC3C-1E01-FB8A-EFFC-3DCA71361DBC}"/>
          </ac:picMkLst>
        </pc:picChg>
        <pc:picChg chg="add mod">
          <ac:chgData name="Yasmine Mouhib" userId="a1eabcdc11b95493" providerId="LiveId" clId="{9F89829E-C321-4FAD-9571-FFEADBD3DA24}" dt="2024-07-27T12:29:36.593" v="633" actId="1076"/>
          <ac:picMkLst>
            <pc:docMk/>
            <pc:sldMk cId="1794660941" sldId="271"/>
            <ac:picMk id="10" creationId="{A456E5C7-DB63-99E5-D7AB-EAE4637355CC}"/>
          </ac:picMkLst>
        </pc:picChg>
      </pc:sldChg>
      <pc:sldChg chg="addSp delSp modSp add del mod modTransition">
        <pc:chgData name="Yasmine Mouhib" userId="a1eabcdc11b95493" providerId="LiveId" clId="{9F89829E-C321-4FAD-9571-FFEADBD3DA24}" dt="2024-07-27T12:16:40.425" v="552" actId="1076"/>
        <pc:sldMkLst>
          <pc:docMk/>
          <pc:sldMk cId="1149079457" sldId="272"/>
        </pc:sldMkLst>
        <pc:spChg chg="mod">
          <ac:chgData name="Yasmine Mouhib" userId="a1eabcdc11b95493" providerId="LiveId" clId="{9F89829E-C321-4FAD-9571-FFEADBD3DA24}" dt="2024-07-27T12:16:40.425" v="552" actId="1076"/>
          <ac:spMkLst>
            <pc:docMk/>
            <pc:sldMk cId="1149079457" sldId="272"/>
            <ac:spMk id="3" creationId="{00000000-0000-0000-0000-000000000000}"/>
          </ac:spMkLst>
        </pc:spChg>
        <pc:spChg chg="mod topLvl">
          <ac:chgData name="Yasmine Mouhib" userId="a1eabcdc11b95493" providerId="LiveId" clId="{9F89829E-C321-4FAD-9571-FFEADBD3DA24}" dt="2024-07-27T12:15:55.370" v="550" actId="165"/>
          <ac:spMkLst>
            <pc:docMk/>
            <pc:sldMk cId="1149079457" sldId="272"/>
            <ac:spMk id="8" creationId="{4CC0B7A2-CB7A-3FAE-412E-F5BFA6B1E0DF}"/>
          </ac:spMkLst>
        </pc:spChg>
        <pc:spChg chg="mod topLvl">
          <ac:chgData name="Yasmine Mouhib" userId="a1eabcdc11b95493" providerId="LiveId" clId="{9F89829E-C321-4FAD-9571-FFEADBD3DA24}" dt="2024-07-27T12:15:55.370" v="550" actId="165"/>
          <ac:spMkLst>
            <pc:docMk/>
            <pc:sldMk cId="1149079457" sldId="272"/>
            <ac:spMk id="13" creationId="{2B7F8248-45A9-BF22-605B-AB50C74DA873}"/>
          </ac:spMkLst>
        </pc:spChg>
        <pc:spChg chg="mod topLvl">
          <ac:chgData name="Yasmine Mouhib" userId="a1eabcdc11b95493" providerId="LiveId" clId="{9F89829E-C321-4FAD-9571-FFEADBD3DA24}" dt="2024-07-27T12:15:55.370" v="550" actId="165"/>
          <ac:spMkLst>
            <pc:docMk/>
            <pc:sldMk cId="1149079457" sldId="272"/>
            <ac:spMk id="14" creationId="{4D0C1E8E-C349-CCFC-5C4B-CF827414533E}"/>
          </ac:spMkLst>
        </pc:spChg>
        <pc:grpChg chg="add del mod">
          <ac:chgData name="Yasmine Mouhib" userId="a1eabcdc11b95493" providerId="LiveId" clId="{9F89829E-C321-4FAD-9571-FFEADBD3DA24}" dt="2024-07-27T12:15:55.370" v="550" actId="165"/>
          <ac:grpSpMkLst>
            <pc:docMk/>
            <pc:sldMk cId="1149079457" sldId="272"/>
            <ac:grpSpMk id="2" creationId="{C2839928-B9D3-9448-F965-CA63DA60CA54}"/>
          </ac:grpSpMkLst>
        </pc:grpChg>
        <pc:picChg chg="mod topLvl">
          <ac:chgData name="Yasmine Mouhib" userId="a1eabcdc11b95493" providerId="LiveId" clId="{9F89829E-C321-4FAD-9571-FFEADBD3DA24}" dt="2024-07-27T12:15:55.370" v="550" actId="165"/>
          <ac:picMkLst>
            <pc:docMk/>
            <pc:sldMk cId="1149079457" sldId="272"/>
            <ac:picMk id="5" creationId="{AFF234C5-315C-BE34-BC26-B9F694778700}"/>
          </ac:picMkLst>
        </pc:picChg>
        <pc:picChg chg="mod topLvl">
          <ac:chgData name="Yasmine Mouhib" userId="a1eabcdc11b95493" providerId="LiveId" clId="{9F89829E-C321-4FAD-9571-FFEADBD3DA24}" dt="2024-07-27T12:15:55.370" v="550" actId="165"/>
          <ac:picMkLst>
            <pc:docMk/>
            <pc:sldMk cId="1149079457" sldId="272"/>
            <ac:picMk id="6" creationId="{1452F0F5-A61E-D645-B81B-5FBEC6AB3C55}"/>
          </ac:picMkLst>
        </pc:picChg>
        <pc:picChg chg="mod">
          <ac:chgData name="Yasmine Mouhib" userId="a1eabcdc11b95493" providerId="LiveId" clId="{9F89829E-C321-4FAD-9571-FFEADBD3DA24}" dt="2024-07-27T12:11:30.282" v="490" actId="1076"/>
          <ac:picMkLst>
            <pc:docMk/>
            <pc:sldMk cId="1149079457" sldId="272"/>
            <ac:picMk id="9" creationId="{6C0AFF13-BD62-C798-BA52-3C3A27F0E110}"/>
          </ac:picMkLst>
        </pc:picChg>
        <pc:picChg chg="mod topLvl">
          <ac:chgData name="Yasmine Mouhib" userId="a1eabcdc11b95493" providerId="LiveId" clId="{9F89829E-C321-4FAD-9571-FFEADBD3DA24}" dt="2024-07-27T12:15:55.370" v="550" actId="165"/>
          <ac:picMkLst>
            <pc:docMk/>
            <pc:sldMk cId="1149079457" sldId="272"/>
            <ac:picMk id="10" creationId="{F851491A-5534-7E7A-7978-455711C3B727}"/>
          </ac:picMkLst>
        </pc:picChg>
        <pc:picChg chg="mod">
          <ac:chgData name="Yasmine Mouhib" userId="a1eabcdc11b95493" providerId="LiveId" clId="{9F89829E-C321-4FAD-9571-FFEADBD3DA24}" dt="2024-07-27T12:11:31.583" v="491" actId="1076"/>
          <ac:picMkLst>
            <pc:docMk/>
            <pc:sldMk cId="1149079457" sldId="272"/>
            <ac:picMk id="11" creationId="{2065A1A0-69E2-39BA-6F9B-16C09303871D}"/>
          </ac:picMkLst>
        </pc:picChg>
        <pc:picChg chg="add del mod">
          <ac:chgData name="Yasmine Mouhib" userId="a1eabcdc11b95493" providerId="LiveId" clId="{9F89829E-C321-4FAD-9571-FFEADBD3DA24}" dt="2024-07-27T12:13:17.759" v="519" actId="478"/>
          <ac:picMkLst>
            <pc:docMk/>
            <pc:sldMk cId="1149079457" sldId="272"/>
            <ac:picMk id="15" creationId="{C3A7D8BE-E7CE-1FAE-5813-775D3C03BF65}"/>
          </ac:picMkLst>
        </pc:picChg>
        <pc:picChg chg="add mod">
          <ac:chgData name="Yasmine Mouhib" userId="a1eabcdc11b95493" providerId="LiveId" clId="{9F89829E-C321-4FAD-9571-FFEADBD3DA24}" dt="2024-07-27T12:13:45.786" v="527" actId="14100"/>
          <ac:picMkLst>
            <pc:docMk/>
            <pc:sldMk cId="1149079457" sldId="272"/>
            <ac:picMk id="16" creationId="{4DFF4492-5FC6-6E38-8A0E-7263274564FB}"/>
          </ac:picMkLst>
        </pc:picChg>
        <pc:picChg chg="mod">
          <ac:chgData name="Yasmine Mouhib" userId="a1eabcdc11b95493" providerId="LiveId" clId="{9F89829E-C321-4FAD-9571-FFEADBD3DA24}" dt="2024-07-27T12:12:15.825" v="504" actId="1076"/>
          <ac:picMkLst>
            <pc:docMk/>
            <pc:sldMk cId="1149079457" sldId="272"/>
            <ac:picMk id="20" creationId="{9C98E2DF-B948-600E-A740-28CF9E4E2656}"/>
          </ac:picMkLst>
        </pc:picChg>
        <pc:picChg chg="mod">
          <ac:chgData name="Yasmine Mouhib" userId="a1eabcdc11b95493" providerId="LiveId" clId="{9F89829E-C321-4FAD-9571-FFEADBD3DA24}" dt="2024-07-27T12:11:13.954" v="486" actId="1076"/>
          <ac:picMkLst>
            <pc:docMk/>
            <pc:sldMk cId="1149079457" sldId="272"/>
            <ac:picMk id="2050" creationId="{637AEC6B-3C6F-C2AE-A870-A89364FF42DA}"/>
          </ac:picMkLst>
        </pc:picChg>
      </pc:sldChg>
      <pc:sldChg chg="del modTransition">
        <pc:chgData name="Yasmine Mouhib" userId="a1eabcdc11b95493" providerId="LiveId" clId="{9F89829E-C321-4FAD-9571-FFEADBD3DA24}" dt="2024-07-27T12:20:17.170" v="595" actId="47"/>
        <pc:sldMkLst>
          <pc:docMk/>
          <pc:sldMk cId="1606934321" sldId="273"/>
        </pc:sldMkLst>
      </pc:sldChg>
      <pc:sldChg chg="new del">
        <pc:chgData name="Yasmine Mouhib" userId="a1eabcdc11b95493" providerId="LiveId" clId="{9F89829E-C321-4FAD-9571-FFEADBD3DA24}" dt="2024-07-27T11:33:00.290" v="132" actId="47"/>
        <pc:sldMkLst>
          <pc:docMk/>
          <pc:sldMk cId="1397491691" sldId="274"/>
        </pc:sldMkLst>
      </pc:sldChg>
      <pc:sldChg chg="addSp delSp modSp add mod">
        <pc:chgData name="Yasmine Mouhib" userId="a1eabcdc11b95493" providerId="LiveId" clId="{9F89829E-C321-4FAD-9571-FFEADBD3DA24}" dt="2024-07-27T14:20:25.900" v="753" actId="478"/>
        <pc:sldMkLst>
          <pc:docMk/>
          <pc:sldMk cId="4090137191" sldId="274"/>
        </pc:sldMkLst>
        <pc:spChg chg="add del mod">
          <ac:chgData name="Yasmine Mouhib" userId="a1eabcdc11b95493" providerId="LiveId" clId="{9F89829E-C321-4FAD-9571-FFEADBD3DA24}" dt="2024-07-27T11:33:54.782" v="142" actId="478"/>
          <ac:spMkLst>
            <pc:docMk/>
            <pc:sldMk cId="4090137191" sldId="274"/>
            <ac:spMk id="3" creationId="{00000000-0000-0000-0000-000000000000}"/>
          </ac:spMkLst>
        </pc:spChg>
        <pc:spChg chg="add mod ord">
          <ac:chgData name="Yasmine Mouhib" userId="a1eabcdc11b95493" providerId="LiveId" clId="{9F89829E-C321-4FAD-9571-FFEADBD3DA24}" dt="2024-07-27T11:42:10.019" v="274" actId="171"/>
          <ac:spMkLst>
            <pc:docMk/>
            <pc:sldMk cId="4090137191" sldId="274"/>
            <ac:spMk id="21" creationId="{0DBF115F-56E0-5ED0-546B-2BEB76F9F323}"/>
          </ac:spMkLst>
        </pc:spChg>
        <pc:grpChg chg="del">
          <ac:chgData name="Yasmine Mouhib" userId="a1eabcdc11b95493" providerId="LiveId" clId="{9F89829E-C321-4FAD-9571-FFEADBD3DA24}" dt="2024-07-27T14:20:25.900" v="753" actId="478"/>
          <ac:grpSpMkLst>
            <pc:docMk/>
            <pc:sldMk cId="4090137191" sldId="274"/>
            <ac:grpSpMk id="10" creationId="{6F6BDEB6-CE77-8279-6125-DA5C896AEACA}"/>
          </ac:grpSpMkLst>
        </pc:grpChg>
        <pc:picChg chg="add mod">
          <ac:chgData name="Yasmine Mouhib" userId="a1eabcdc11b95493" providerId="LiveId" clId="{9F89829E-C321-4FAD-9571-FFEADBD3DA24}" dt="2024-07-27T11:33:52.320" v="141"/>
          <ac:picMkLst>
            <pc:docMk/>
            <pc:sldMk cId="4090137191" sldId="274"/>
            <ac:picMk id="2" creationId="{6AA7693C-BF2B-5E29-AC85-46518E8E2789}"/>
          </ac:picMkLst>
        </pc:picChg>
        <pc:picChg chg="mod">
          <ac:chgData name="Yasmine Mouhib" userId="a1eabcdc11b95493" providerId="LiveId" clId="{9F89829E-C321-4FAD-9571-FFEADBD3DA24}" dt="2024-07-27T11:34:40.192" v="156" actId="1076"/>
          <ac:picMkLst>
            <pc:docMk/>
            <pc:sldMk cId="4090137191" sldId="274"/>
            <ac:picMk id="5" creationId="{8B6BE454-2F11-AB26-E188-05D88F263569}"/>
          </ac:picMkLst>
        </pc:picChg>
        <pc:picChg chg="add mod">
          <ac:chgData name="Yasmine Mouhib" userId="a1eabcdc11b95493" providerId="LiveId" clId="{9F89829E-C321-4FAD-9571-FFEADBD3DA24}" dt="2024-07-27T11:36:36.098" v="170" actId="1076"/>
          <ac:picMkLst>
            <pc:docMk/>
            <pc:sldMk cId="4090137191" sldId="274"/>
            <ac:picMk id="6" creationId="{3BEEFD83-E3E6-6FCF-36C9-307A52760098}"/>
          </ac:picMkLst>
        </pc:picChg>
        <pc:picChg chg="add mod">
          <ac:chgData name="Yasmine Mouhib" userId="a1eabcdc11b95493" providerId="LiveId" clId="{9F89829E-C321-4FAD-9571-FFEADBD3DA24}" dt="2024-07-27T11:34:50.627" v="159"/>
          <ac:picMkLst>
            <pc:docMk/>
            <pc:sldMk cId="4090137191" sldId="274"/>
            <ac:picMk id="8" creationId="{B2AA4309-171C-4E47-94E1-E2DE98B8684F}"/>
          </ac:picMkLst>
        </pc:picChg>
        <pc:picChg chg="add del">
          <ac:chgData name="Yasmine Mouhib" userId="a1eabcdc11b95493" providerId="LiveId" clId="{9F89829E-C321-4FAD-9571-FFEADBD3DA24}" dt="2024-07-27T11:33:57.634" v="143" actId="478"/>
          <ac:picMkLst>
            <pc:docMk/>
            <pc:sldMk cId="4090137191" sldId="274"/>
            <ac:picMk id="9" creationId="{649E2D45-54B3-5BE1-879F-9B0555C9CA2E}"/>
          </ac:picMkLst>
        </pc:picChg>
        <pc:picChg chg="mod">
          <ac:chgData name="Yasmine Mouhib" userId="a1eabcdc11b95493" providerId="LiveId" clId="{9F89829E-C321-4FAD-9571-FFEADBD3DA24}" dt="2024-07-27T11:53:16.774" v="380" actId="1076"/>
          <ac:picMkLst>
            <pc:docMk/>
            <pc:sldMk cId="4090137191" sldId="274"/>
            <ac:picMk id="1026" creationId="{AB2993D7-2060-FC49-4943-C814B7CA7DE5}"/>
          </ac:picMkLst>
        </pc:picChg>
      </pc:sldChg>
      <pc:sldChg chg="addSp delSp modSp add mod">
        <pc:chgData name="Yasmine Mouhib" userId="a1eabcdc11b95493" providerId="LiveId" clId="{9F89829E-C321-4FAD-9571-FFEADBD3DA24}" dt="2024-07-27T14:20:34.671" v="754" actId="478"/>
        <pc:sldMkLst>
          <pc:docMk/>
          <pc:sldMk cId="4128920082" sldId="275"/>
        </pc:sldMkLst>
        <pc:spChg chg="add mod">
          <ac:chgData name="Yasmine Mouhib" userId="a1eabcdc11b95493" providerId="LiveId" clId="{9F89829E-C321-4FAD-9571-FFEADBD3DA24}" dt="2024-07-27T11:40:17.065" v="227"/>
          <ac:spMkLst>
            <pc:docMk/>
            <pc:sldMk cId="4128920082" sldId="275"/>
            <ac:spMk id="2" creationId="{B5D7B006-11B0-792B-C278-515F2F2E3D47}"/>
          </ac:spMkLst>
        </pc:spChg>
        <pc:spChg chg="ord">
          <ac:chgData name="Yasmine Mouhib" userId="a1eabcdc11b95493" providerId="LiveId" clId="{9F89829E-C321-4FAD-9571-FFEADBD3DA24}" dt="2024-07-27T11:52:07.852" v="366" actId="171"/>
          <ac:spMkLst>
            <pc:docMk/>
            <pc:sldMk cId="4128920082" sldId="275"/>
            <ac:spMk id="3" creationId="{00000000-0000-0000-0000-000000000000}"/>
          </ac:spMkLst>
        </pc:spChg>
        <pc:spChg chg="add mod ord">
          <ac:chgData name="Yasmine Mouhib" userId="a1eabcdc11b95493" providerId="LiveId" clId="{9F89829E-C321-4FAD-9571-FFEADBD3DA24}" dt="2024-07-27T11:54:46.357" v="402" actId="171"/>
          <ac:spMkLst>
            <pc:docMk/>
            <pc:sldMk cId="4128920082" sldId="275"/>
            <ac:spMk id="9" creationId="{B41319C1-CDA2-8405-B067-98F3044505DC}"/>
          </ac:spMkLst>
        </pc:spChg>
        <pc:grpChg chg="del">
          <ac:chgData name="Yasmine Mouhib" userId="a1eabcdc11b95493" providerId="LiveId" clId="{9F89829E-C321-4FAD-9571-FFEADBD3DA24}" dt="2024-07-27T14:20:34.671" v="754" actId="478"/>
          <ac:grpSpMkLst>
            <pc:docMk/>
            <pc:sldMk cId="4128920082" sldId="275"/>
            <ac:grpSpMk id="10" creationId="{6F6BDEB6-CE77-8279-6125-DA5C896AEACA}"/>
          </ac:grpSpMkLst>
        </pc:grpChg>
        <pc:picChg chg="mod">
          <ac:chgData name="Yasmine Mouhib" userId="a1eabcdc11b95493" providerId="LiveId" clId="{9F89829E-C321-4FAD-9571-FFEADBD3DA24}" dt="2024-07-27T11:37:46.797" v="177" actId="14100"/>
          <ac:picMkLst>
            <pc:docMk/>
            <pc:sldMk cId="4128920082" sldId="275"/>
            <ac:picMk id="5" creationId="{8B6BE454-2F11-AB26-E188-05D88F263569}"/>
          </ac:picMkLst>
        </pc:picChg>
        <pc:picChg chg="add del mod">
          <ac:chgData name="Yasmine Mouhib" userId="a1eabcdc11b95493" providerId="LiveId" clId="{9F89829E-C321-4FAD-9571-FFEADBD3DA24}" dt="2024-07-27T11:47:55.065" v="293" actId="478"/>
          <ac:picMkLst>
            <pc:docMk/>
            <pc:sldMk cId="4128920082" sldId="275"/>
            <ac:picMk id="8" creationId="{F71AF0F4-5632-CF3A-A527-05D3067D91AF}"/>
          </ac:picMkLst>
        </pc:picChg>
        <pc:picChg chg="add del mod">
          <ac:chgData name="Yasmine Mouhib" userId="a1eabcdc11b95493" providerId="LiveId" clId="{9F89829E-C321-4FAD-9571-FFEADBD3DA24}" dt="2024-07-27T11:54:12.479" v="391" actId="478"/>
          <ac:picMkLst>
            <pc:docMk/>
            <pc:sldMk cId="4128920082" sldId="275"/>
            <ac:picMk id="21" creationId="{91D2DE3C-0E3D-B9D0-A17A-29B8348A418B}"/>
          </ac:picMkLst>
        </pc:picChg>
        <pc:picChg chg="add mod">
          <ac:chgData name="Yasmine Mouhib" userId="a1eabcdc11b95493" providerId="LiveId" clId="{9F89829E-C321-4FAD-9571-FFEADBD3DA24}" dt="2024-07-27T11:54:19.641" v="398"/>
          <ac:picMkLst>
            <pc:docMk/>
            <pc:sldMk cId="4128920082" sldId="275"/>
            <ac:picMk id="22" creationId="{51A4701C-4760-F520-09EA-CD246B6DBBDC}"/>
          </ac:picMkLst>
        </pc:picChg>
        <pc:picChg chg="del mod">
          <ac:chgData name="Yasmine Mouhib" userId="a1eabcdc11b95493" providerId="LiveId" clId="{9F89829E-C321-4FAD-9571-FFEADBD3DA24}" dt="2024-07-27T11:53:35.467" v="384" actId="478"/>
          <ac:picMkLst>
            <pc:docMk/>
            <pc:sldMk cId="4128920082" sldId="275"/>
            <ac:picMk id="1026" creationId="{AB2993D7-2060-FC49-4943-C814B7CA7DE5}"/>
          </ac:picMkLst>
        </pc:picChg>
      </pc:sldChg>
      <pc:sldChg chg="new del">
        <pc:chgData name="Yasmine Mouhib" userId="a1eabcdc11b95493" providerId="LiveId" clId="{9F89829E-C321-4FAD-9571-FFEADBD3DA24}" dt="2024-07-27T11:38:22.973" v="181" actId="47"/>
        <pc:sldMkLst>
          <pc:docMk/>
          <pc:sldMk cId="2005961032" sldId="276"/>
        </pc:sldMkLst>
      </pc:sldChg>
      <pc:sldChg chg="addSp delSp modSp add mod">
        <pc:chgData name="Yasmine Mouhib" userId="a1eabcdc11b95493" providerId="LiveId" clId="{9F89829E-C321-4FAD-9571-FFEADBD3DA24}" dt="2024-07-27T14:20:39.403" v="755" actId="478"/>
        <pc:sldMkLst>
          <pc:docMk/>
          <pc:sldMk cId="4184363490" sldId="276"/>
        </pc:sldMkLst>
        <pc:spChg chg="mod topLvl">
          <ac:chgData name="Yasmine Mouhib" userId="a1eabcdc11b95493" providerId="LiveId" clId="{9F89829E-C321-4FAD-9571-FFEADBD3DA24}" dt="2024-07-27T11:57:54.118" v="429" actId="165"/>
          <ac:spMkLst>
            <pc:docMk/>
            <pc:sldMk cId="4184363490" sldId="276"/>
            <ac:spMk id="2" creationId="{B5D7B006-11B0-792B-C278-515F2F2E3D47}"/>
          </ac:spMkLst>
        </pc:spChg>
        <pc:spChg chg="mod">
          <ac:chgData name="Yasmine Mouhib" userId="a1eabcdc11b95493" providerId="LiveId" clId="{9F89829E-C321-4FAD-9571-FFEADBD3DA24}" dt="2024-07-27T11:51:00.129" v="344" actId="1076"/>
          <ac:spMkLst>
            <pc:docMk/>
            <pc:sldMk cId="4184363490" sldId="276"/>
            <ac:spMk id="3" creationId="{00000000-0000-0000-0000-000000000000}"/>
          </ac:spMkLst>
        </pc:spChg>
        <pc:spChg chg="add del mod">
          <ac:chgData name="Yasmine Mouhib" userId="a1eabcdc11b95493" providerId="LiveId" clId="{9F89829E-C321-4FAD-9571-FFEADBD3DA24}" dt="2024-07-27T11:48:49.624" v="308"/>
          <ac:spMkLst>
            <pc:docMk/>
            <pc:sldMk cId="4184363490" sldId="276"/>
            <ac:spMk id="21" creationId="{48CFFDA8-93C1-BD04-7196-80590B84CB2F}"/>
          </ac:spMkLst>
        </pc:spChg>
        <pc:spChg chg="add mod topLvl">
          <ac:chgData name="Yasmine Mouhib" userId="a1eabcdc11b95493" providerId="LiveId" clId="{9F89829E-C321-4FAD-9571-FFEADBD3DA24}" dt="2024-07-27T11:57:57.500" v="430" actId="165"/>
          <ac:spMkLst>
            <pc:docMk/>
            <pc:sldMk cId="4184363490" sldId="276"/>
            <ac:spMk id="22" creationId="{A547F21E-3CA7-5C64-5B8C-188C59E15130}"/>
          </ac:spMkLst>
        </pc:spChg>
        <pc:grpChg chg="add del mod">
          <ac:chgData name="Yasmine Mouhib" userId="a1eabcdc11b95493" providerId="LiveId" clId="{9F89829E-C321-4FAD-9571-FFEADBD3DA24}" dt="2024-07-27T11:55:08.253" v="403" actId="165"/>
          <ac:grpSpMkLst>
            <pc:docMk/>
            <pc:sldMk cId="4184363490" sldId="276"/>
            <ac:grpSpMk id="8" creationId="{326772ED-573F-30D9-0812-48FF93C26A8A}"/>
          </ac:grpSpMkLst>
        </pc:grpChg>
        <pc:grpChg chg="del">
          <ac:chgData name="Yasmine Mouhib" userId="a1eabcdc11b95493" providerId="LiveId" clId="{9F89829E-C321-4FAD-9571-FFEADBD3DA24}" dt="2024-07-27T14:20:39.403" v="755" actId="478"/>
          <ac:grpSpMkLst>
            <pc:docMk/>
            <pc:sldMk cId="4184363490" sldId="276"/>
            <ac:grpSpMk id="10" creationId="{6F6BDEB6-CE77-8279-6125-DA5C896AEACA}"/>
          </ac:grpSpMkLst>
        </pc:grpChg>
        <pc:grpChg chg="add del">
          <ac:chgData name="Yasmine Mouhib" userId="a1eabcdc11b95493" providerId="LiveId" clId="{9F89829E-C321-4FAD-9571-FFEADBD3DA24}" dt="2024-07-27T11:57:57.500" v="430" actId="165"/>
          <ac:grpSpMkLst>
            <pc:docMk/>
            <pc:sldMk cId="4184363490" sldId="276"/>
            <ac:grpSpMk id="23" creationId="{9BC141AA-1831-FFCD-7F28-4808C2BFC082}"/>
          </ac:grpSpMkLst>
        </pc:grpChg>
        <pc:grpChg chg="add del mod">
          <ac:chgData name="Yasmine Mouhib" userId="a1eabcdc11b95493" providerId="LiveId" clId="{9F89829E-C321-4FAD-9571-FFEADBD3DA24}" dt="2024-07-27T11:57:54.118" v="429" actId="165"/>
          <ac:grpSpMkLst>
            <pc:docMk/>
            <pc:sldMk cId="4184363490" sldId="276"/>
            <ac:grpSpMk id="24" creationId="{3E3FDC21-47A9-B9A1-6879-A03643C3BEB6}"/>
          </ac:grpSpMkLst>
        </pc:grpChg>
        <pc:picChg chg="mod topLvl">
          <ac:chgData name="Yasmine Mouhib" userId="a1eabcdc11b95493" providerId="LiveId" clId="{9F89829E-C321-4FAD-9571-FFEADBD3DA24}" dt="2024-07-27T11:57:54.118" v="429" actId="165"/>
          <ac:picMkLst>
            <pc:docMk/>
            <pc:sldMk cId="4184363490" sldId="276"/>
            <ac:picMk id="5" creationId="{8B6BE454-2F11-AB26-E188-05D88F263569}"/>
          </ac:picMkLst>
        </pc:picChg>
        <pc:picChg chg="add mod topLvl">
          <ac:chgData name="Yasmine Mouhib" userId="a1eabcdc11b95493" providerId="LiveId" clId="{9F89829E-C321-4FAD-9571-FFEADBD3DA24}" dt="2024-07-27T11:57:57.500" v="430" actId="165"/>
          <ac:picMkLst>
            <pc:docMk/>
            <pc:sldMk cId="4184363490" sldId="276"/>
            <ac:picMk id="9" creationId="{B81BE1F7-02A0-0224-EE4B-6C289E8BF746}"/>
          </ac:picMkLst>
        </pc:picChg>
        <pc:picChg chg="del mod">
          <ac:chgData name="Yasmine Mouhib" userId="a1eabcdc11b95493" providerId="LiveId" clId="{9F89829E-C321-4FAD-9571-FFEADBD3DA24}" dt="2024-07-27T11:47:58.344" v="294" actId="478"/>
          <ac:picMkLst>
            <pc:docMk/>
            <pc:sldMk cId="4184363490" sldId="276"/>
            <ac:picMk id="1026" creationId="{AB2993D7-2060-FC49-4943-C814B7CA7DE5}"/>
          </ac:picMkLst>
        </pc:picChg>
      </pc:sldChg>
      <pc:sldChg chg="addSp delSp modSp add mod delAnim modAnim">
        <pc:chgData name="Yasmine Mouhib" userId="a1eabcdc11b95493" providerId="LiveId" clId="{9F89829E-C321-4FAD-9571-FFEADBD3DA24}" dt="2024-07-27T12:17:16.766" v="565" actId="1076"/>
        <pc:sldMkLst>
          <pc:docMk/>
          <pc:sldMk cId="2710314656" sldId="277"/>
        </pc:sldMkLst>
        <pc:spChg chg="mod topLvl">
          <ac:chgData name="Yasmine Mouhib" userId="a1eabcdc11b95493" providerId="LiveId" clId="{9F89829E-C321-4FAD-9571-FFEADBD3DA24}" dt="2024-07-27T12:15:49.384" v="549" actId="165"/>
          <ac:spMkLst>
            <pc:docMk/>
            <pc:sldMk cId="2710314656" sldId="277"/>
            <ac:spMk id="2" creationId="{B5D7B006-11B0-792B-C278-515F2F2E3D47}"/>
          </ac:spMkLst>
        </pc:spChg>
        <pc:spChg chg="add mod topLvl">
          <ac:chgData name="Yasmine Mouhib" userId="a1eabcdc11b95493" providerId="LiveId" clId="{9F89829E-C321-4FAD-9571-FFEADBD3DA24}" dt="2024-07-27T12:15:49.384" v="549" actId="165"/>
          <ac:spMkLst>
            <pc:docMk/>
            <pc:sldMk cId="2710314656" sldId="277"/>
            <ac:spMk id="21" creationId="{A2E22CE3-28D0-18BE-CD6F-E82919B30E4C}"/>
          </ac:spMkLst>
        </pc:spChg>
        <pc:spChg chg="mod topLvl">
          <ac:chgData name="Yasmine Mouhib" userId="a1eabcdc11b95493" providerId="LiveId" clId="{9F89829E-C321-4FAD-9571-FFEADBD3DA24}" dt="2024-07-27T12:15:49.384" v="549" actId="165"/>
          <ac:spMkLst>
            <pc:docMk/>
            <pc:sldMk cId="2710314656" sldId="277"/>
            <ac:spMk id="22" creationId="{A547F21E-3CA7-5C64-5B8C-188C59E15130}"/>
          </ac:spMkLst>
        </pc:spChg>
        <pc:grpChg chg="del">
          <ac:chgData name="Yasmine Mouhib" userId="a1eabcdc11b95493" providerId="LiveId" clId="{9F89829E-C321-4FAD-9571-FFEADBD3DA24}" dt="2024-07-27T12:09:20.284" v="466" actId="478"/>
          <ac:grpSpMkLst>
            <pc:docMk/>
            <pc:sldMk cId="2710314656" sldId="277"/>
            <ac:grpSpMk id="10" creationId="{6F6BDEB6-CE77-8279-6125-DA5C896AEACA}"/>
          </ac:grpSpMkLst>
        </pc:grpChg>
        <pc:grpChg chg="del mod">
          <ac:chgData name="Yasmine Mouhib" userId="a1eabcdc11b95493" providerId="LiveId" clId="{9F89829E-C321-4FAD-9571-FFEADBD3DA24}" dt="2024-07-27T11:57:39.715" v="428" actId="165"/>
          <ac:grpSpMkLst>
            <pc:docMk/>
            <pc:sldMk cId="2710314656" sldId="277"/>
            <ac:grpSpMk id="23" creationId="{9BC141AA-1831-FFCD-7F28-4808C2BFC082}"/>
          </ac:grpSpMkLst>
        </pc:grpChg>
        <pc:grpChg chg="del mod">
          <ac:chgData name="Yasmine Mouhib" userId="a1eabcdc11b95493" providerId="LiveId" clId="{9F89829E-C321-4FAD-9571-FFEADBD3DA24}" dt="2024-07-27T11:57:35.948" v="427" actId="165"/>
          <ac:grpSpMkLst>
            <pc:docMk/>
            <pc:sldMk cId="2710314656" sldId="277"/>
            <ac:grpSpMk id="24" creationId="{3E3FDC21-47A9-B9A1-6879-A03643C3BEB6}"/>
          </ac:grpSpMkLst>
        </pc:grpChg>
        <pc:grpChg chg="add del">
          <ac:chgData name="Yasmine Mouhib" userId="a1eabcdc11b95493" providerId="LiveId" clId="{9F89829E-C321-4FAD-9571-FFEADBD3DA24}" dt="2024-07-27T12:15:49.384" v="549" actId="165"/>
          <ac:grpSpMkLst>
            <pc:docMk/>
            <pc:sldMk cId="2710314656" sldId="277"/>
            <ac:grpSpMk id="25" creationId="{8308AFEF-6D23-1718-1FF1-7EDE342E09AD}"/>
          </ac:grpSpMkLst>
        </pc:grpChg>
        <pc:picChg chg="topLvl">
          <ac:chgData name="Yasmine Mouhib" userId="a1eabcdc11b95493" providerId="LiveId" clId="{9F89829E-C321-4FAD-9571-FFEADBD3DA24}" dt="2024-07-27T12:15:49.384" v="549" actId="165"/>
          <ac:picMkLst>
            <pc:docMk/>
            <pc:sldMk cId="2710314656" sldId="277"/>
            <ac:picMk id="5" creationId="{8B6BE454-2F11-AB26-E188-05D88F263569}"/>
          </ac:picMkLst>
        </pc:picChg>
        <pc:picChg chg="mod topLvl">
          <ac:chgData name="Yasmine Mouhib" userId="a1eabcdc11b95493" providerId="LiveId" clId="{9F89829E-C321-4FAD-9571-FFEADBD3DA24}" dt="2024-07-27T12:15:49.384" v="549" actId="165"/>
          <ac:picMkLst>
            <pc:docMk/>
            <pc:sldMk cId="2710314656" sldId="277"/>
            <ac:picMk id="6" creationId="{3BEEFD83-E3E6-6FCF-36C9-307A52760098}"/>
          </ac:picMkLst>
        </pc:picChg>
        <pc:picChg chg="mod topLvl">
          <ac:chgData name="Yasmine Mouhib" userId="a1eabcdc11b95493" providerId="LiveId" clId="{9F89829E-C321-4FAD-9571-FFEADBD3DA24}" dt="2024-07-27T12:15:49.384" v="549" actId="165"/>
          <ac:picMkLst>
            <pc:docMk/>
            <pc:sldMk cId="2710314656" sldId="277"/>
            <ac:picMk id="9" creationId="{B81BE1F7-02A0-0224-EE4B-6C289E8BF746}"/>
          </ac:picMkLst>
        </pc:picChg>
        <pc:picChg chg="add mod">
          <ac:chgData name="Yasmine Mouhib" userId="a1eabcdc11b95493" providerId="LiveId" clId="{9F89829E-C321-4FAD-9571-FFEADBD3DA24}" dt="2024-07-27T12:17:16.766" v="565" actId="1076"/>
          <ac:picMkLst>
            <pc:docMk/>
            <pc:sldMk cId="2710314656" sldId="277"/>
            <ac:picMk id="26" creationId="{48DE0ECC-9CA8-CE4A-AB0F-1F4D984F6B69}"/>
          </ac:picMkLst>
        </pc:picChg>
        <pc:picChg chg="add mod">
          <ac:chgData name="Yasmine Mouhib" userId="a1eabcdc11b95493" providerId="LiveId" clId="{9F89829E-C321-4FAD-9571-FFEADBD3DA24}" dt="2024-07-27T12:17:16.766" v="565" actId="1076"/>
          <ac:picMkLst>
            <pc:docMk/>
            <pc:sldMk cId="2710314656" sldId="277"/>
            <ac:picMk id="27" creationId="{E36EDD77-E5FE-0620-4105-08BBE39384D8}"/>
          </ac:picMkLst>
        </pc:picChg>
        <pc:picChg chg="add mod">
          <ac:chgData name="Yasmine Mouhib" userId="a1eabcdc11b95493" providerId="LiveId" clId="{9F89829E-C321-4FAD-9571-FFEADBD3DA24}" dt="2024-07-27T12:17:16.766" v="565" actId="1076"/>
          <ac:picMkLst>
            <pc:docMk/>
            <pc:sldMk cId="2710314656" sldId="277"/>
            <ac:picMk id="28" creationId="{D458A33F-65E5-48C7-DD8C-BD77D496FD8A}"/>
          </ac:picMkLst>
        </pc:picChg>
        <pc:picChg chg="add mod">
          <ac:chgData name="Yasmine Mouhib" userId="a1eabcdc11b95493" providerId="LiveId" clId="{9F89829E-C321-4FAD-9571-FFEADBD3DA24}" dt="2024-07-27T12:17:16.766" v="565" actId="1076"/>
          <ac:picMkLst>
            <pc:docMk/>
            <pc:sldMk cId="2710314656" sldId="277"/>
            <ac:picMk id="29" creationId="{1C02EFE1-F1C9-FC5F-BC07-D5CB7D93131C}"/>
          </ac:picMkLst>
        </pc:picChg>
      </pc:sldChg>
      <pc:sldChg chg="addSp delSp modSp add mod delAnim modAnim">
        <pc:chgData name="Yasmine Mouhib" userId="a1eabcdc11b95493" providerId="LiveId" clId="{9F89829E-C321-4FAD-9571-FFEADBD3DA24}" dt="2024-07-27T12:20:12.843" v="594" actId="478"/>
        <pc:sldMkLst>
          <pc:docMk/>
          <pc:sldMk cId="680035935" sldId="278"/>
        </pc:sldMkLst>
        <pc:spChg chg="add del mod">
          <ac:chgData name="Yasmine Mouhib" userId="a1eabcdc11b95493" providerId="LiveId" clId="{9F89829E-C321-4FAD-9571-FFEADBD3DA24}" dt="2024-07-27T12:19:20.729" v="581" actId="478"/>
          <ac:spMkLst>
            <pc:docMk/>
            <pc:sldMk cId="680035935" sldId="278"/>
            <ac:spMk id="17" creationId="{C60C9030-877B-3DA7-3440-48A2A5E6AB0E}"/>
          </ac:spMkLst>
        </pc:spChg>
        <pc:spChg chg="add del mod">
          <ac:chgData name="Yasmine Mouhib" userId="a1eabcdc11b95493" providerId="LiveId" clId="{9F89829E-C321-4FAD-9571-FFEADBD3DA24}" dt="2024-07-27T12:20:12.843" v="594" actId="478"/>
          <ac:spMkLst>
            <pc:docMk/>
            <pc:sldMk cId="680035935" sldId="278"/>
            <ac:spMk id="18" creationId="{2E0D24B9-F39A-AF32-27D7-B76B0015B546}"/>
          </ac:spMkLst>
        </pc:spChg>
        <pc:grpChg chg="del">
          <ac:chgData name="Yasmine Mouhib" userId="a1eabcdc11b95493" providerId="LiveId" clId="{9F89829E-C321-4FAD-9571-FFEADBD3DA24}" dt="2024-07-27T12:13:03.737" v="515" actId="478"/>
          <ac:grpSpMkLst>
            <pc:docMk/>
            <pc:sldMk cId="680035935" sldId="278"/>
            <ac:grpSpMk id="2" creationId="{C2839928-B9D3-9448-F965-CA63DA60CA54}"/>
          </ac:grpSpMkLst>
        </pc:grpChg>
        <pc:picChg chg="del">
          <ac:chgData name="Yasmine Mouhib" userId="a1eabcdc11b95493" providerId="LiveId" clId="{9F89829E-C321-4FAD-9571-FFEADBD3DA24}" dt="2024-07-27T12:13:21.370" v="521" actId="478"/>
          <ac:picMkLst>
            <pc:docMk/>
            <pc:sldMk cId="680035935" sldId="278"/>
            <ac:picMk id="15" creationId="{C3A7D8BE-E7CE-1FAE-5813-775D3C03BF65}"/>
          </ac:picMkLst>
        </pc:picChg>
        <pc:picChg chg="add mod">
          <ac:chgData name="Yasmine Mouhib" userId="a1eabcdc11b95493" providerId="LiveId" clId="{9F89829E-C321-4FAD-9571-FFEADBD3DA24}" dt="2024-07-27T12:13:29.790" v="524" actId="1076"/>
          <ac:picMkLst>
            <pc:docMk/>
            <pc:sldMk cId="680035935" sldId="278"/>
            <ac:picMk id="16" creationId="{69862F8A-CD6B-C903-C590-81617AEF1557}"/>
          </ac:picMkLst>
        </pc:picChg>
        <pc:picChg chg="del">
          <ac:chgData name="Yasmine Mouhib" userId="a1eabcdc11b95493" providerId="LiveId" clId="{9F89829E-C321-4FAD-9571-FFEADBD3DA24}" dt="2024-07-27T12:13:05.886" v="516" actId="478"/>
          <ac:picMkLst>
            <pc:docMk/>
            <pc:sldMk cId="680035935" sldId="278"/>
            <ac:picMk id="2050" creationId="{637AEC6B-3C6F-C2AE-A870-A89364FF42DA}"/>
          </ac:picMkLst>
        </pc:picChg>
      </pc:sldChg>
      <pc:sldChg chg="modSp add del mod">
        <pc:chgData name="Yasmine Mouhib" userId="a1eabcdc11b95493" providerId="LiveId" clId="{9F89829E-C321-4FAD-9571-FFEADBD3DA24}" dt="2024-07-27T12:12:11.794" v="503" actId="47"/>
        <pc:sldMkLst>
          <pc:docMk/>
          <pc:sldMk cId="3009521191" sldId="278"/>
        </pc:sldMkLst>
        <pc:picChg chg="mod">
          <ac:chgData name="Yasmine Mouhib" userId="a1eabcdc11b95493" providerId="LiveId" clId="{9F89829E-C321-4FAD-9571-FFEADBD3DA24}" dt="2024-07-27T12:11:45.099" v="498" actId="1076"/>
          <ac:picMkLst>
            <pc:docMk/>
            <pc:sldMk cId="3009521191" sldId="278"/>
            <ac:picMk id="20" creationId="{9C98E2DF-B948-600E-A740-28CF9E4E2656}"/>
          </ac:picMkLst>
        </pc:picChg>
        <pc:picChg chg="mod">
          <ac:chgData name="Yasmine Mouhib" userId="a1eabcdc11b95493" providerId="LiveId" clId="{9F89829E-C321-4FAD-9571-FFEADBD3DA24}" dt="2024-07-27T12:11:43.700" v="497" actId="1076"/>
          <ac:picMkLst>
            <pc:docMk/>
            <pc:sldMk cId="3009521191" sldId="278"/>
            <ac:picMk id="2050" creationId="{637AEC6B-3C6F-C2AE-A870-A89364FF42DA}"/>
          </ac:picMkLst>
        </pc:picChg>
      </pc:sldChg>
      <pc:sldChg chg="delSp modSp add mod">
        <pc:chgData name="Yasmine Mouhib" userId="a1eabcdc11b95493" providerId="LiveId" clId="{9F89829E-C321-4FAD-9571-FFEADBD3DA24}" dt="2024-07-27T12:14:15.633" v="532" actId="1076"/>
        <pc:sldMkLst>
          <pc:docMk/>
          <pc:sldMk cId="205411746" sldId="279"/>
        </pc:sldMkLst>
        <pc:grpChg chg="del">
          <ac:chgData name="Yasmine Mouhib" userId="a1eabcdc11b95493" providerId="LiveId" clId="{9F89829E-C321-4FAD-9571-FFEADBD3DA24}" dt="2024-07-27T12:14:07.883" v="529" actId="478"/>
          <ac:grpSpMkLst>
            <pc:docMk/>
            <pc:sldMk cId="205411746" sldId="279"/>
            <ac:grpSpMk id="2" creationId="{C2839928-B9D3-9448-F965-CA63DA60CA54}"/>
          </ac:grpSpMkLst>
        </pc:grpChg>
        <pc:picChg chg="mod">
          <ac:chgData name="Yasmine Mouhib" userId="a1eabcdc11b95493" providerId="LiveId" clId="{9F89829E-C321-4FAD-9571-FFEADBD3DA24}" dt="2024-07-27T12:14:15.633" v="532" actId="1076"/>
          <ac:picMkLst>
            <pc:docMk/>
            <pc:sldMk cId="205411746" sldId="279"/>
            <ac:picMk id="20" creationId="{9C98E2DF-B948-600E-A740-28CF9E4E2656}"/>
          </ac:picMkLst>
        </pc:picChg>
        <pc:picChg chg="del">
          <ac:chgData name="Yasmine Mouhib" userId="a1eabcdc11b95493" providerId="LiveId" clId="{9F89829E-C321-4FAD-9571-FFEADBD3DA24}" dt="2024-07-27T12:14:09.896" v="530" actId="478"/>
          <ac:picMkLst>
            <pc:docMk/>
            <pc:sldMk cId="205411746" sldId="279"/>
            <ac:picMk id="2050" creationId="{637AEC6B-3C6F-C2AE-A870-A89364FF42DA}"/>
          </ac:picMkLst>
        </pc:picChg>
      </pc:sldChg>
      <pc:sldChg chg="delSp modSp add mod ord">
        <pc:chgData name="Yasmine Mouhib" userId="a1eabcdc11b95493" providerId="LiveId" clId="{9F89829E-C321-4FAD-9571-FFEADBD3DA24}" dt="2024-07-27T15:13:21.915" v="757"/>
        <pc:sldMkLst>
          <pc:docMk/>
          <pc:sldMk cId="460459097" sldId="280"/>
        </pc:sldMkLst>
        <pc:grpChg chg="del">
          <ac:chgData name="Yasmine Mouhib" userId="a1eabcdc11b95493" providerId="LiveId" clId="{9F89829E-C321-4FAD-9571-FFEADBD3DA24}" dt="2024-07-27T12:14:31.389" v="534" actId="478"/>
          <ac:grpSpMkLst>
            <pc:docMk/>
            <pc:sldMk cId="460459097" sldId="280"/>
            <ac:grpSpMk id="2" creationId="{C2839928-B9D3-9448-F965-CA63DA60CA54}"/>
          </ac:grpSpMkLst>
        </pc:grpChg>
        <pc:picChg chg="mod">
          <ac:chgData name="Yasmine Mouhib" userId="a1eabcdc11b95493" providerId="LiveId" clId="{9F89829E-C321-4FAD-9571-FFEADBD3DA24}" dt="2024-07-27T12:14:57.485" v="547" actId="1076"/>
          <ac:picMkLst>
            <pc:docMk/>
            <pc:sldMk cId="460459097" sldId="280"/>
            <ac:picMk id="9" creationId="{6C0AFF13-BD62-C798-BA52-3C3A27F0E110}"/>
          </ac:picMkLst>
        </pc:picChg>
        <pc:picChg chg="mod">
          <ac:chgData name="Yasmine Mouhib" userId="a1eabcdc11b95493" providerId="LiveId" clId="{9F89829E-C321-4FAD-9571-FFEADBD3DA24}" dt="2024-07-27T12:14:58.934" v="548" actId="1076"/>
          <ac:picMkLst>
            <pc:docMk/>
            <pc:sldMk cId="460459097" sldId="280"/>
            <ac:picMk id="11" creationId="{2065A1A0-69E2-39BA-6F9B-16C09303871D}"/>
          </ac:picMkLst>
        </pc:picChg>
        <pc:picChg chg="mod">
          <ac:chgData name="Yasmine Mouhib" userId="a1eabcdc11b95493" providerId="LiveId" clId="{9F89829E-C321-4FAD-9571-FFEADBD3DA24}" dt="2024-07-27T12:14:49.193" v="541" actId="1076"/>
          <ac:picMkLst>
            <pc:docMk/>
            <pc:sldMk cId="460459097" sldId="280"/>
            <ac:picMk id="16" creationId="{4DFF4492-5FC6-6E38-8A0E-7263274564FB}"/>
          </ac:picMkLst>
        </pc:picChg>
        <pc:picChg chg="mod">
          <ac:chgData name="Yasmine Mouhib" userId="a1eabcdc11b95493" providerId="LiveId" clId="{9F89829E-C321-4FAD-9571-FFEADBD3DA24}" dt="2024-07-27T12:14:50.258" v="542" actId="1076"/>
          <ac:picMkLst>
            <pc:docMk/>
            <pc:sldMk cId="460459097" sldId="280"/>
            <ac:picMk id="20" creationId="{9C98E2DF-B948-600E-A740-28CF9E4E2656}"/>
          </ac:picMkLst>
        </pc:picChg>
        <pc:picChg chg="del">
          <ac:chgData name="Yasmine Mouhib" userId="a1eabcdc11b95493" providerId="LiveId" clId="{9F89829E-C321-4FAD-9571-FFEADBD3DA24}" dt="2024-07-27T12:14:33.219" v="535" actId="478"/>
          <ac:picMkLst>
            <pc:docMk/>
            <pc:sldMk cId="460459097" sldId="280"/>
            <ac:picMk id="2050" creationId="{637AEC6B-3C6F-C2AE-A870-A89364FF42DA}"/>
          </ac:picMkLst>
        </pc:picChg>
      </pc:sldChg>
      <pc:sldChg chg="addSp modSp add mod">
        <pc:chgData name="Yasmine Mouhib" userId="a1eabcdc11b95493" providerId="LiveId" clId="{9F89829E-C321-4FAD-9571-FFEADBD3DA24}" dt="2024-07-27T12:31:23.527" v="692" actId="1076"/>
        <pc:sldMkLst>
          <pc:docMk/>
          <pc:sldMk cId="2763060973" sldId="281"/>
        </pc:sldMkLst>
        <pc:spChg chg="add mod">
          <ac:chgData name="Yasmine Mouhib" userId="a1eabcdc11b95493" providerId="LiveId" clId="{9F89829E-C321-4FAD-9571-FFEADBD3DA24}" dt="2024-07-27T12:31:23.527" v="692" actId="1076"/>
          <ac:spMkLst>
            <pc:docMk/>
            <pc:sldMk cId="2763060973" sldId="281"/>
            <ac:spMk id="2" creationId="{A04A721D-9AE3-9006-B523-1CB41BE5FB05}"/>
          </ac:spMkLst>
        </pc:spChg>
      </pc:sldChg>
      <pc:sldChg chg="addSp delSp modSp add mod">
        <pc:chgData name="Yasmine Mouhib" userId="a1eabcdc11b95493" providerId="LiveId" clId="{9F89829E-C321-4FAD-9571-FFEADBD3DA24}" dt="2024-07-27T12:44:05.635" v="742" actId="478"/>
        <pc:sldMkLst>
          <pc:docMk/>
          <pc:sldMk cId="3084036376" sldId="282"/>
        </pc:sldMkLst>
        <pc:spChg chg="del">
          <ac:chgData name="Yasmine Mouhib" userId="a1eabcdc11b95493" providerId="LiveId" clId="{9F89829E-C321-4FAD-9571-FFEADBD3DA24}" dt="2024-07-27T12:44:05.635" v="742" actId="478"/>
          <ac:spMkLst>
            <pc:docMk/>
            <pc:sldMk cId="3084036376" sldId="282"/>
            <ac:spMk id="11" creationId="{DBB197FE-ED6D-D3E1-D28A-871775F90341}"/>
          </ac:spMkLst>
        </pc:spChg>
        <pc:spChg chg="add mod">
          <ac:chgData name="Yasmine Mouhib" userId="a1eabcdc11b95493" providerId="LiveId" clId="{9F89829E-C321-4FAD-9571-FFEADBD3DA24}" dt="2024-07-27T12:44:01.415" v="740" actId="1076"/>
          <ac:spMkLst>
            <pc:docMk/>
            <pc:sldMk cId="3084036376" sldId="282"/>
            <ac:spMk id="15" creationId="{917D38A0-49F2-4AEF-D9AE-52BA64B6B73E}"/>
          </ac:spMkLst>
        </pc:spChg>
        <pc:picChg chg="del">
          <ac:chgData name="Yasmine Mouhib" userId="a1eabcdc11b95493" providerId="LiveId" clId="{9F89829E-C321-4FAD-9571-FFEADBD3DA24}" dt="2024-07-27T12:44:02.707" v="741" actId="478"/>
          <ac:picMkLst>
            <pc:docMk/>
            <pc:sldMk cId="3084036376" sldId="282"/>
            <ac:picMk id="2" creationId="{FCC99087-6C12-AE6D-9064-43488796C3D0}"/>
          </ac:picMkLst>
        </pc:picChg>
        <pc:picChg chg="add mod">
          <ac:chgData name="Yasmine Mouhib" userId="a1eabcdc11b95493" providerId="LiveId" clId="{9F89829E-C321-4FAD-9571-FFEADBD3DA24}" dt="2024-07-27T12:44:01.415" v="740" actId="1076"/>
          <ac:picMkLst>
            <pc:docMk/>
            <pc:sldMk cId="3084036376" sldId="282"/>
            <ac:picMk id="10" creationId="{81FD91DC-099F-BD43-90E6-88E46D3324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27.07.2024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23685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5219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5960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13094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33849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3633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01528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426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791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08933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0641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2212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.jpeg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9041" y="-14853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859909"/>
            <a:ext cx="5398005" cy="1986627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D90CFBE9-3AB4-E1BA-3533-59725C9A64E8}"/>
              </a:ext>
            </a:extLst>
          </p:cNvPr>
          <p:cNvGrpSpPr/>
          <p:nvPr/>
        </p:nvGrpSpPr>
        <p:grpSpPr>
          <a:xfrm>
            <a:off x="2128720" y="3447180"/>
            <a:ext cx="14020800" cy="6122558"/>
            <a:chOff x="1870604" y="3663018"/>
            <a:chExt cx="14020800" cy="6122558"/>
          </a:xfrm>
        </p:grpSpPr>
        <p:sp>
          <p:nvSpPr>
            <p:cNvPr id="9" name="TextBox 9"/>
            <p:cNvSpPr txBox="1"/>
            <p:nvPr/>
          </p:nvSpPr>
          <p:spPr>
            <a:xfrm>
              <a:off x="7355392" y="9197915"/>
              <a:ext cx="3030602" cy="587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2023 – 2024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255270" y="6207111"/>
              <a:ext cx="5251466" cy="921592"/>
              <a:chOff x="9473857" y="6789252"/>
              <a:chExt cx="4312537" cy="110195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73857" y="6789252"/>
                <a:ext cx="4312537" cy="1101958"/>
              </a:xfrm>
              <a:prstGeom prst="hexag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146318" y="7121755"/>
                <a:ext cx="2974295" cy="4634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055"/>
                  </a:lnSpc>
                </a:pPr>
                <a:r>
                  <a:rPr lang="en-US" sz="2546" dirty="0">
                    <a:latin typeface="Arial Bold"/>
                  </a:rPr>
                  <a:t>MOUHIB Yasmine</a:t>
                </a:r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1870604" y="3663018"/>
              <a:ext cx="14020800" cy="2182870"/>
              <a:chOff x="-930835" y="-134352"/>
              <a:chExt cx="8410322" cy="1069880"/>
            </a:xfrm>
            <a:solidFill>
              <a:srgbClr val="7030A0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-930835" y="-134352"/>
                <a:ext cx="8410322" cy="1069880"/>
              </a:xfrm>
              <a:custGeom>
                <a:avLst/>
                <a:gdLst/>
                <a:ahLst/>
                <a:cxnLst/>
                <a:rect l="l" t="t" r="r" b="b"/>
                <a:pathLst>
                  <a:path w="6535674" h="642112">
                    <a:moveTo>
                      <a:pt x="6323838" y="0"/>
                    </a:moveTo>
                    <a:lnTo>
                      <a:pt x="211963" y="0"/>
                    </a:lnTo>
                    <a:lnTo>
                      <a:pt x="44577" y="193294"/>
                    </a:lnTo>
                    <a:lnTo>
                      <a:pt x="14859" y="240411"/>
                    </a:lnTo>
                    <a:lnTo>
                      <a:pt x="0" y="293497"/>
                    </a:lnTo>
                    <a:lnTo>
                      <a:pt x="0" y="348615"/>
                    </a:lnTo>
                    <a:lnTo>
                      <a:pt x="14859" y="401701"/>
                    </a:lnTo>
                    <a:lnTo>
                      <a:pt x="44577" y="448945"/>
                    </a:lnTo>
                    <a:lnTo>
                      <a:pt x="211963" y="642112"/>
                    </a:lnTo>
                    <a:lnTo>
                      <a:pt x="6323838" y="642112"/>
                    </a:lnTo>
                    <a:lnTo>
                      <a:pt x="6491097" y="448818"/>
                    </a:lnTo>
                    <a:lnTo>
                      <a:pt x="6520815" y="401574"/>
                    </a:lnTo>
                    <a:lnTo>
                      <a:pt x="6535674" y="348488"/>
                    </a:lnTo>
                    <a:lnTo>
                      <a:pt x="6535674" y="293497"/>
                    </a:lnTo>
                    <a:lnTo>
                      <a:pt x="6520815" y="240411"/>
                    </a:lnTo>
                    <a:lnTo>
                      <a:pt x="6491097" y="193167"/>
                    </a:lnTo>
                    <a:lnTo>
                      <a:pt x="6323838" y="0"/>
                    </a:lnTo>
                    <a:close/>
                  </a:path>
                </a:pathLst>
              </a:custGeom>
              <a:noFill/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TextBox 9"/>
            <p:cNvSpPr txBox="1"/>
            <p:nvPr/>
          </p:nvSpPr>
          <p:spPr>
            <a:xfrm>
              <a:off x="5829384" y="7610284"/>
              <a:ext cx="6082618" cy="583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Python start level 1 </a:t>
              </a: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FCC99087-6C12-AE6D-9064-43488796C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-2221651"/>
            <a:ext cx="2144744" cy="2144744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BB197FE-ED6D-D3E1-D28A-871775F90341}"/>
              </a:ext>
            </a:extLst>
          </p:cNvPr>
          <p:cNvSpPr txBox="1"/>
          <p:nvPr/>
        </p:nvSpPr>
        <p:spPr>
          <a:xfrm>
            <a:off x="2365822" y="-1908820"/>
            <a:ext cx="10251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chemeClr val="accent4"/>
                </a:solidFill>
                <a:latin typeface="Blackadder ITC" panose="04020505051007020D02" pitchFamily="82" charset="0"/>
              </a:rPr>
              <a:t>EpicQuest Chronicles </a:t>
            </a:r>
            <a:endParaRPr lang="en-US" sz="9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9041" y="-14853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859909"/>
            <a:ext cx="5398005" cy="1986627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D90CFBE9-3AB4-E1BA-3533-59725C9A64E8}"/>
              </a:ext>
            </a:extLst>
          </p:cNvPr>
          <p:cNvGrpSpPr/>
          <p:nvPr/>
        </p:nvGrpSpPr>
        <p:grpSpPr>
          <a:xfrm>
            <a:off x="2128720" y="3447180"/>
            <a:ext cx="14020800" cy="6122558"/>
            <a:chOff x="1870604" y="3663018"/>
            <a:chExt cx="14020800" cy="6122558"/>
          </a:xfrm>
        </p:grpSpPr>
        <p:sp>
          <p:nvSpPr>
            <p:cNvPr id="9" name="TextBox 9"/>
            <p:cNvSpPr txBox="1"/>
            <p:nvPr/>
          </p:nvSpPr>
          <p:spPr>
            <a:xfrm>
              <a:off x="7355392" y="9197915"/>
              <a:ext cx="3030602" cy="587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2023 – 2024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255270" y="6207111"/>
              <a:ext cx="5251466" cy="921592"/>
              <a:chOff x="9473857" y="6789252"/>
              <a:chExt cx="4312537" cy="110195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473857" y="6789252"/>
                <a:ext cx="4312537" cy="1101958"/>
              </a:xfrm>
              <a:prstGeom prst="hexag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146318" y="7121755"/>
                <a:ext cx="2974295" cy="4634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055"/>
                  </a:lnSpc>
                </a:pPr>
                <a:r>
                  <a:rPr lang="en-US" sz="2546" dirty="0">
                    <a:latin typeface="Arial Bold"/>
                  </a:rPr>
                  <a:t>MOUHIB Yasmine</a:t>
                </a:r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1870604" y="3663018"/>
              <a:ext cx="14020800" cy="2182870"/>
              <a:chOff x="-930835" y="-134352"/>
              <a:chExt cx="8410322" cy="1069880"/>
            </a:xfrm>
            <a:solidFill>
              <a:srgbClr val="7030A0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-930835" y="-134352"/>
                <a:ext cx="8410322" cy="1069880"/>
              </a:xfrm>
              <a:custGeom>
                <a:avLst/>
                <a:gdLst/>
                <a:ahLst/>
                <a:cxnLst/>
                <a:rect l="l" t="t" r="r" b="b"/>
                <a:pathLst>
                  <a:path w="6535674" h="642112">
                    <a:moveTo>
                      <a:pt x="6323838" y="0"/>
                    </a:moveTo>
                    <a:lnTo>
                      <a:pt x="211963" y="0"/>
                    </a:lnTo>
                    <a:lnTo>
                      <a:pt x="44577" y="193294"/>
                    </a:lnTo>
                    <a:lnTo>
                      <a:pt x="14859" y="240411"/>
                    </a:lnTo>
                    <a:lnTo>
                      <a:pt x="0" y="293497"/>
                    </a:lnTo>
                    <a:lnTo>
                      <a:pt x="0" y="348615"/>
                    </a:lnTo>
                    <a:lnTo>
                      <a:pt x="14859" y="401701"/>
                    </a:lnTo>
                    <a:lnTo>
                      <a:pt x="44577" y="448945"/>
                    </a:lnTo>
                    <a:lnTo>
                      <a:pt x="211963" y="642112"/>
                    </a:lnTo>
                    <a:lnTo>
                      <a:pt x="6323838" y="642112"/>
                    </a:lnTo>
                    <a:lnTo>
                      <a:pt x="6491097" y="448818"/>
                    </a:lnTo>
                    <a:lnTo>
                      <a:pt x="6520815" y="401574"/>
                    </a:lnTo>
                    <a:lnTo>
                      <a:pt x="6535674" y="348488"/>
                    </a:lnTo>
                    <a:lnTo>
                      <a:pt x="6535674" y="293497"/>
                    </a:lnTo>
                    <a:lnTo>
                      <a:pt x="6520815" y="240411"/>
                    </a:lnTo>
                    <a:lnTo>
                      <a:pt x="6491097" y="193167"/>
                    </a:lnTo>
                    <a:lnTo>
                      <a:pt x="6323838" y="0"/>
                    </a:lnTo>
                    <a:close/>
                  </a:path>
                </a:pathLst>
              </a:custGeom>
              <a:noFill/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8" name="TextBox 9"/>
            <p:cNvSpPr txBox="1"/>
            <p:nvPr/>
          </p:nvSpPr>
          <p:spPr>
            <a:xfrm>
              <a:off x="5829384" y="7610284"/>
              <a:ext cx="6082618" cy="583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Python start level 1 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81FD91DC-099F-BD43-90E6-88E46D332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3470066"/>
            <a:ext cx="2144744" cy="2144744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17D38A0-49F2-4AEF-D9AE-52BA64B6B73E}"/>
              </a:ext>
            </a:extLst>
          </p:cNvPr>
          <p:cNvSpPr txBox="1"/>
          <p:nvPr/>
        </p:nvSpPr>
        <p:spPr>
          <a:xfrm>
            <a:off x="2365822" y="3782897"/>
            <a:ext cx="10251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chemeClr val="accent4"/>
                </a:solidFill>
                <a:latin typeface="Blackadder ITC" panose="04020505051007020D02" pitchFamily="82" charset="0"/>
              </a:rPr>
              <a:t>EpicQuest Chronicles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084036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26C04E0-4B44-D876-ADE0-11F4DFB4D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7139" y="1924944"/>
            <a:ext cx="4752149" cy="2670104"/>
          </a:xfrm>
          <a:prstGeom prst="rect">
            <a:avLst/>
          </a:prstGeom>
        </p:spPr>
      </p:pic>
      <p:pic>
        <p:nvPicPr>
          <p:cNvPr id="26" name="Picture 2" descr="The 50 great books on education">
            <a:extLst>
              <a:ext uri="{FF2B5EF4-FFF2-40B4-BE49-F238E27FC236}">
                <a16:creationId xmlns:a16="http://schemas.microsoft.com/office/drawing/2014/main" id="{20840616-1E8F-850F-69D3-DB4D849D0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1651" y="1924944"/>
            <a:ext cx="5714141" cy="281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4162D2B-84A1-0CE2-EC36-8345CD88C9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0" y="4914900"/>
            <a:ext cx="4648200" cy="4648200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Picture 11">
            <a:extLst>
              <a:ext uri="{FF2B5EF4-FFF2-40B4-BE49-F238E27FC236}">
                <a16:creationId xmlns:a16="http://schemas.microsoft.com/office/drawing/2014/main" id="{CB3A1A2B-9180-C37B-8683-734DC5876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080" y="-8750777"/>
            <a:ext cx="5398005" cy="1986627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AD3AA6F3-1AA1-A481-CA07-BE9D1F0438B8}"/>
              </a:ext>
            </a:extLst>
          </p:cNvPr>
          <p:cNvGrpSpPr/>
          <p:nvPr/>
        </p:nvGrpSpPr>
        <p:grpSpPr>
          <a:xfrm>
            <a:off x="2133600" y="-6163506"/>
            <a:ext cx="14020800" cy="6122558"/>
            <a:chOff x="1870604" y="3663018"/>
            <a:chExt cx="14020800" cy="6122558"/>
          </a:xfrm>
        </p:grpSpPr>
        <p:sp>
          <p:nvSpPr>
            <p:cNvPr id="41" name="TextBox 9">
              <a:extLst>
                <a:ext uri="{FF2B5EF4-FFF2-40B4-BE49-F238E27FC236}">
                  <a16:creationId xmlns:a16="http://schemas.microsoft.com/office/drawing/2014/main" id="{097443E6-AE09-7710-A5A4-5CFBE79EB017}"/>
                </a:ext>
              </a:extLst>
            </p:cNvPr>
            <p:cNvSpPr txBox="1"/>
            <p:nvPr/>
          </p:nvSpPr>
          <p:spPr>
            <a:xfrm>
              <a:off x="7355392" y="9197915"/>
              <a:ext cx="3030602" cy="5876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2023 – 2024</a:t>
              </a:r>
            </a:p>
          </p:txBody>
        </p:sp>
        <p:grpSp>
          <p:nvGrpSpPr>
            <p:cNvPr id="42" name="Group 16">
              <a:extLst>
                <a:ext uri="{FF2B5EF4-FFF2-40B4-BE49-F238E27FC236}">
                  <a16:creationId xmlns:a16="http://schemas.microsoft.com/office/drawing/2014/main" id="{862CA722-D5B3-5040-437B-2918C555F2D3}"/>
                </a:ext>
              </a:extLst>
            </p:cNvPr>
            <p:cNvGrpSpPr/>
            <p:nvPr/>
          </p:nvGrpSpPr>
          <p:grpSpPr>
            <a:xfrm>
              <a:off x="6255270" y="6207111"/>
              <a:ext cx="5251466" cy="921592"/>
              <a:chOff x="9473857" y="6789252"/>
              <a:chExt cx="4312537" cy="1101958"/>
            </a:xfrm>
          </p:grpSpPr>
          <p:sp>
            <p:nvSpPr>
              <p:cNvPr id="46" name="Freeform 13">
                <a:extLst>
                  <a:ext uri="{FF2B5EF4-FFF2-40B4-BE49-F238E27FC236}">
                    <a16:creationId xmlns:a16="http://schemas.microsoft.com/office/drawing/2014/main" id="{AB00A47F-6366-1A13-488C-C55D01A4B058}"/>
                  </a:ext>
                </a:extLst>
              </p:cNvPr>
              <p:cNvSpPr/>
              <p:nvPr/>
            </p:nvSpPr>
            <p:spPr>
              <a:xfrm>
                <a:off x="9473857" y="6789252"/>
                <a:ext cx="4312537" cy="1101958"/>
              </a:xfrm>
              <a:prstGeom prst="hexag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TextBox 14">
                <a:extLst>
                  <a:ext uri="{FF2B5EF4-FFF2-40B4-BE49-F238E27FC236}">
                    <a16:creationId xmlns:a16="http://schemas.microsoft.com/office/drawing/2014/main" id="{381153EE-7AB8-2AA0-4F46-BD2F6B1F1500}"/>
                  </a:ext>
                </a:extLst>
              </p:cNvPr>
              <p:cNvSpPr txBox="1"/>
              <p:nvPr/>
            </p:nvSpPr>
            <p:spPr>
              <a:xfrm>
                <a:off x="10146318" y="7121755"/>
                <a:ext cx="2974295" cy="4634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055"/>
                  </a:lnSpc>
                </a:pPr>
                <a:r>
                  <a:rPr lang="en-US" sz="2546" dirty="0">
                    <a:latin typeface="Arial Bold"/>
                  </a:rPr>
                  <a:t>MOUHIB Yasmine</a:t>
                </a:r>
              </a:p>
            </p:txBody>
          </p:sp>
        </p:grpSp>
        <p:grpSp>
          <p:nvGrpSpPr>
            <p:cNvPr id="43" name="Group 5">
              <a:extLst>
                <a:ext uri="{FF2B5EF4-FFF2-40B4-BE49-F238E27FC236}">
                  <a16:creationId xmlns:a16="http://schemas.microsoft.com/office/drawing/2014/main" id="{CF3BEE95-CF04-A3D2-9260-B2134562D20D}"/>
                </a:ext>
              </a:extLst>
            </p:cNvPr>
            <p:cNvGrpSpPr/>
            <p:nvPr/>
          </p:nvGrpSpPr>
          <p:grpSpPr>
            <a:xfrm>
              <a:off x="1870604" y="3663018"/>
              <a:ext cx="14020800" cy="2182870"/>
              <a:chOff x="-930835" y="-134352"/>
              <a:chExt cx="8410322" cy="1069880"/>
            </a:xfrm>
            <a:solidFill>
              <a:srgbClr val="7030A0"/>
            </a:solidFill>
          </p:grpSpPr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90C81CFF-14FB-88D8-4F9B-57D55CB1CD0B}"/>
                  </a:ext>
                </a:extLst>
              </p:cNvPr>
              <p:cNvSpPr/>
              <p:nvPr/>
            </p:nvSpPr>
            <p:spPr>
              <a:xfrm>
                <a:off x="-930835" y="-134352"/>
                <a:ext cx="8410322" cy="1069880"/>
              </a:xfrm>
              <a:custGeom>
                <a:avLst/>
                <a:gdLst/>
                <a:ahLst/>
                <a:cxnLst/>
                <a:rect l="l" t="t" r="r" b="b"/>
                <a:pathLst>
                  <a:path w="6535674" h="642112">
                    <a:moveTo>
                      <a:pt x="6323838" y="0"/>
                    </a:moveTo>
                    <a:lnTo>
                      <a:pt x="211963" y="0"/>
                    </a:lnTo>
                    <a:lnTo>
                      <a:pt x="44577" y="193294"/>
                    </a:lnTo>
                    <a:lnTo>
                      <a:pt x="14859" y="240411"/>
                    </a:lnTo>
                    <a:lnTo>
                      <a:pt x="0" y="293497"/>
                    </a:lnTo>
                    <a:lnTo>
                      <a:pt x="0" y="348615"/>
                    </a:lnTo>
                    <a:lnTo>
                      <a:pt x="14859" y="401701"/>
                    </a:lnTo>
                    <a:lnTo>
                      <a:pt x="44577" y="448945"/>
                    </a:lnTo>
                    <a:lnTo>
                      <a:pt x="211963" y="642112"/>
                    </a:lnTo>
                    <a:lnTo>
                      <a:pt x="6323838" y="642112"/>
                    </a:lnTo>
                    <a:lnTo>
                      <a:pt x="6491097" y="448818"/>
                    </a:lnTo>
                    <a:lnTo>
                      <a:pt x="6520815" y="401574"/>
                    </a:lnTo>
                    <a:lnTo>
                      <a:pt x="6535674" y="348488"/>
                    </a:lnTo>
                    <a:lnTo>
                      <a:pt x="6535674" y="293497"/>
                    </a:lnTo>
                    <a:lnTo>
                      <a:pt x="6520815" y="240411"/>
                    </a:lnTo>
                    <a:lnTo>
                      <a:pt x="6491097" y="193167"/>
                    </a:lnTo>
                    <a:lnTo>
                      <a:pt x="6323838" y="0"/>
                    </a:lnTo>
                    <a:close/>
                  </a:path>
                </a:pathLst>
              </a:custGeom>
              <a:noFill/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4" name="TextBox 9">
              <a:extLst>
                <a:ext uri="{FF2B5EF4-FFF2-40B4-BE49-F238E27FC236}">
                  <a16:creationId xmlns:a16="http://schemas.microsoft.com/office/drawing/2014/main" id="{D571ECF7-4BD2-7C93-62AE-1144F01A3FEC}"/>
                </a:ext>
              </a:extLst>
            </p:cNvPr>
            <p:cNvSpPr txBox="1"/>
            <p:nvPr/>
          </p:nvSpPr>
          <p:spPr>
            <a:xfrm>
              <a:off x="5829384" y="7610284"/>
              <a:ext cx="6082618" cy="583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7030A0"/>
                  </a:solidFill>
                  <a:latin typeface="Arial Bold"/>
                </a:rPr>
                <a:t>Python start level 1 </a:t>
              </a:r>
            </a:p>
          </p:txBody>
        </p:sp>
      </p:grpSp>
      <p:pic>
        <p:nvPicPr>
          <p:cNvPr id="48" name="Image 47">
            <a:extLst>
              <a:ext uri="{FF2B5EF4-FFF2-40B4-BE49-F238E27FC236}">
                <a16:creationId xmlns:a16="http://schemas.microsoft.com/office/drawing/2014/main" id="{F411A2A0-FCF1-D282-62BB-429AB5D1F7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880" y="-6140620"/>
            <a:ext cx="2144744" cy="2144744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DB06DEBB-1CD2-E275-B672-C4E5670F1CCB}"/>
              </a:ext>
            </a:extLst>
          </p:cNvPr>
          <p:cNvSpPr txBox="1"/>
          <p:nvPr/>
        </p:nvSpPr>
        <p:spPr>
          <a:xfrm>
            <a:off x="2370702" y="-5827789"/>
            <a:ext cx="10251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>
                <a:solidFill>
                  <a:schemeClr val="accent4"/>
                </a:solidFill>
                <a:latin typeface="Blackadder ITC" panose="04020505051007020D02" pitchFamily="82" charset="0"/>
              </a:rPr>
              <a:t>EpicQuest Chronicles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84646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0DBF115F-56E0-5ED0-546B-2BEB76F9F323}"/>
              </a:ext>
            </a:extLst>
          </p:cNvPr>
          <p:cNvSpPr txBox="1"/>
          <p:nvPr/>
        </p:nvSpPr>
        <p:spPr>
          <a:xfrm>
            <a:off x="63373" y="2746335"/>
            <a:ext cx="67060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Games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6BE454-2F11-AB26-E188-05D88F263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00" y="1919115"/>
            <a:ext cx="4752149" cy="2670104"/>
          </a:xfrm>
          <a:prstGeom prst="rect">
            <a:avLst/>
          </a:prstGeom>
        </p:spPr>
      </p:pic>
      <p:pic>
        <p:nvPicPr>
          <p:cNvPr id="1026" name="Picture 2" descr="The 50 great books on education">
            <a:extLst>
              <a:ext uri="{FF2B5EF4-FFF2-40B4-BE49-F238E27FC236}">
                <a16:creationId xmlns:a16="http://schemas.microsoft.com/office/drawing/2014/main" id="{AB2993D7-2060-FC49-4943-C814B7CA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0" y="1996354"/>
            <a:ext cx="4799410" cy="267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EEFD83-E3E6-6FCF-36C9-307A52760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0" y="4914900"/>
            <a:ext cx="4648200" cy="4648200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90137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B6BE454-2F11-AB26-E188-05D88F263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12" y="1565872"/>
            <a:ext cx="5960472" cy="334902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EEFD83-E3E6-6FCF-36C9-307A527600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0" y="4914900"/>
            <a:ext cx="4648200" cy="4648200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5D7B006-11B0-792B-C278-515F2F2E3D47}"/>
              </a:ext>
            </a:extLst>
          </p:cNvPr>
          <p:cNvSpPr txBox="1"/>
          <p:nvPr/>
        </p:nvSpPr>
        <p:spPr>
          <a:xfrm>
            <a:off x="-21538" y="1885275"/>
            <a:ext cx="670601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Games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1319C1-CDA2-8405-B067-98F3044505DC}"/>
              </a:ext>
            </a:extLst>
          </p:cNvPr>
          <p:cNvSpPr txBox="1"/>
          <p:nvPr/>
        </p:nvSpPr>
        <p:spPr>
          <a:xfrm>
            <a:off x="11970702" y="3050395"/>
            <a:ext cx="6317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Stories</a:t>
            </a:r>
          </a:p>
        </p:txBody>
      </p:sp>
      <p:pic>
        <p:nvPicPr>
          <p:cNvPr id="22" name="Picture 2" descr="The 50 great books on education">
            <a:extLst>
              <a:ext uri="{FF2B5EF4-FFF2-40B4-BE49-F238E27FC236}">
                <a16:creationId xmlns:a16="http://schemas.microsoft.com/office/drawing/2014/main" id="{51A4701C-4760-F520-09EA-CD246B6DB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0" y="1996354"/>
            <a:ext cx="4799410" cy="267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920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EEFD83-E3E6-6FCF-36C9-307A527600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0" y="4914900"/>
            <a:ext cx="4648200" cy="4648200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B6BE454-2F11-AB26-E188-05D88F2635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48" y="1919116"/>
            <a:ext cx="4662064" cy="267010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5D7B006-11B0-792B-C278-515F2F2E3D47}"/>
              </a:ext>
            </a:extLst>
          </p:cNvPr>
          <p:cNvSpPr txBox="1"/>
          <p:nvPr/>
        </p:nvSpPr>
        <p:spPr>
          <a:xfrm>
            <a:off x="620407" y="2352556"/>
            <a:ext cx="5245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Games</a:t>
            </a:r>
          </a:p>
        </p:txBody>
      </p:sp>
      <p:pic>
        <p:nvPicPr>
          <p:cNvPr id="9" name="Picture 2" descr="The 50 great books on education">
            <a:extLst>
              <a:ext uri="{FF2B5EF4-FFF2-40B4-BE49-F238E27FC236}">
                <a16:creationId xmlns:a16="http://schemas.microsoft.com/office/drawing/2014/main" id="{B81BE1F7-02A0-0224-EE4B-6C289E8BF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3136" y="1745407"/>
            <a:ext cx="6019746" cy="33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A547F21E-3CA7-5C64-5B8C-188C59E15130}"/>
              </a:ext>
            </a:extLst>
          </p:cNvPr>
          <p:cNvSpPr txBox="1"/>
          <p:nvPr/>
        </p:nvSpPr>
        <p:spPr>
          <a:xfrm>
            <a:off x="11600473" y="2289314"/>
            <a:ext cx="63172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Stories</a:t>
            </a:r>
          </a:p>
        </p:txBody>
      </p:sp>
    </p:spTree>
    <p:extLst>
      <p:ext uri="{BB962C8B-B14F-4D97-AF65-F5344CB8AC3E}">
        <p14:creationId xmlns:p14="http://schemas.microsoft.com/office/powerpoint/2010/main" val="4184363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EEFD83-E3E6-6FCF-36C9-307A527600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222" y="2933230"/>
            <a:ext cx="6135556" cy="6135556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B6BE454-2F11-AB26-E188-05D88F2635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4" y="1919116"/>
            <a:ext cx="3647729" cy="221599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5D7B006-11B0-792B-C278-515F2F2E3D47}"/>
              </a:ext>
            </a:extLst>
          </p:cNvPr>
          <p:cNvSpPr txBox="1"/>
          <p:nvPr/>
        </p:nvSpPr>
        <p:spPr>
          <a:xfrm>
            <a:off x="620407" y="2278839"/>
            <a:ext cx="4103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Games</a:t>
            </a:r>
          </a:p>
        </p:txBody>
      </p:sp>
      <p:pic>
        <p:nvPicPr>
          <p:cNvPr id="9" name="Picture 2" descr="The 50 great books on education">
            <a:extLst>
              <a:ext uri="{FF2B5EF4-FFF2-40B4-BE49-F238E27FC236}">
                <a16:creationId xmlns:a16="http://schemas.microsoft.com/office/drawing/2014/main" id="{B81BE1F7-02A0-0224-EE4B-6C289E8BF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922" y="1919116"/>
            <a:ext cx="3599232" cy="221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A547F21E-3CA7-5C64-5B8C-188C59E15130}"/>
              </a:ext>
            </a:extLst>
          </p:cNvPr>
          <p:cNvSpPr txBox="1"/>
          <p:nvPr/>
        </p:nvSpPr>
        <p:spPr>
          <a:xfrm>
            <a:off x="13563602" y="2279009"/>
            <a:ext cx="3777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Stories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E22CE3-28D0-18BE-CD6F-E82919B30E4C}"/>
              </a:ext>
            </a:extLst>
          </p:cNvPr>
          <p:cNvSpPr txBox="1"/>
          <p:nvPr/>
        </p:nvSpPr>
        <p:spPr>
          <a:xfrm>
            <a:off x="4604860" y="830925"/>
            <a:ext cx="9144000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 Black" panose="020B0A04020102020204" pitchFamily="34" charset="0"/>
              </a:rPr>
              <a:t>It combines elements of storytelling and adventure, capturing the essence of both a narrative and an interactive game.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48DE0ECC-9CA8-CE4A-AB0F-1F4D984F6B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7604" y="13872961"/>
            <a:ext cx="6820251" cy="457858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36EDD77-E5FE-0620-4105-08BBE39384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0092" y="14063470"/>
            <a:ext cx="7163168" cy="4388076"/>
          </a:xfrm>
          <a:prstGeom prst="rect">
            <a:avLst/>
          </a:prstGeom>
        </p:spPr>
      </p:pic>
      <p:pic>
        <p:nvPicPr>
          <p:cNvPr id="28" name="Picture 11">
            <a:extLst>
              <a:ext uri="{FF2B5EF4-FFF2-40B4-BE49-F238E27FC236}">
                <a16:creationId xmlns:a16="http://schemas.microsoft.com/office/drawing/2014/main" id="{D458A33F-65E5-48C7-DD8C-BD77D496FD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332" y="10608474"/>
            <a:ext cx="2893882" cy="1143000"/>
          </a:xfrm>
          <a:prstGeom prst="rect">
            <a:avLst/>
          </a:prstGeom>
        </p:spPr>
      </p:pic>
      <p:pic>
        <p:nvPicPr>
          <p:cNvPr id="29" name="Picture 2" descr="What is Python Coding? | Juni Learning">
            <a:extLst>
              <a:ext uri="{FF2B5EF4-FFF2-40B4-BE49-F238E27FC236}">
                <a16:creationId xmlns:a16="http://schemas.microsoft.com/office/drawing/2014/main" id="{1C02EFE1-F1C9-FC5F-BC07-D5CB7D931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746" y="10269825"/>
            <a:ext cx="2893882" cy="2893882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314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0AFF13-BD62-C798-BA52-3C3A27F0E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5088829"/>
            <a:ext cx="6820251" cy="45785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65A1A0-69E2-39BA-6F9B-16C093038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5088" y="5279338"/>
            <a:ext cx="7163168" cy="4388076"/>
          </a:xfrm>
          <a:prstGeom prst="rect">
            <a:avLst/>
          </a:prstGeom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9C98E2DF-B948-600E-A740-28CF9E4E2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328" y="1824342"/>
            <a:ext cx="2893882" cy="1143000"/>
          </a:xfrm>
          <a:prstGeom prst="rect">
            <a:avLst/>
          </a:prstGeom>
        </p:spPr>
      </p:pic>
      <p:pic>
        <p:nvPicPr>
          <p:cNvPr id="2050" name="Picture 2" descr="What is Python Coding? | Juni Learning">
            <a:extLst>
              <a:ext uri="{FF2B5EF4-FFF2-40B4-BE49-F238E27FC236}">
                <a16:creationId xmlns:a16="http://schemas.microsoft.com/office/drawing/2014/main" id="{637AEC6B-3C6F-C2AE-A870-A89364FF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597" y="-2874039"/>
            <a:ext cx="2893882" cy="289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FF234C5-315C-BE34-BC26-B9F6947787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244" y="-6156105"/>
            <a:ext cx="6135556" cy="6135556"/>
          </a:xfrm>
          <a:prstGeom prst="roundRect">
            <a:avLst>
              <a:gd name="adj" fmla="val 22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452F0F5-A61E-D645-B81B-5FBEC6AB3C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6" y="-7170219"/>
            <a:ext cx="3647729" cy="221599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CC0B7A2-CB7A-3FAE-412E-F5BFA6B1E0DF}"/>
              </a:ext>
            </a:extLst>
          </p:cNvPr>
          <p:cNvSpPr txBox="1"/>
          <p:nvPr/>
        </p:nvSpPr>
        <p:spPr>
          <a:xfrm>
            <a:off x="395429" y="-6810496"/>
            <a:ext cx="4103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Games</a:t>
            </a:r>
          </a:p>
        </p:txBody>
      </p:sp>
      <p:pic>
        <p:nvPicPr>
          <p:cNvPr id="10" name="Picture 2" descr="The 50 great books on education">
            <a:extLst>
              <a:ext uri="{FF2B5EF4-FFF2-40B4-BE49-F238E27FC236}">
                <a16:creationId xmlns:a16="http://schemas.microsoft.com/office/drawing/2014/main" id="{F851491A-5534-7E7A-7978-455711C3B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7944" y="-7170219"/>
            <a:ext cx="3599232" cy="221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B7F8248-45A9-BF22-605B-AB50C74DA873}"/>
              </a:ext>
            </a:extLst>
          </p:cNvPr>
          <p:cNvSpPr txBox="1"/>
          <p:nvPr/>
        </p:nvSpPr>
        <p:spPr>
          <a:xfrm>
            <a:off x="13338624" y="-6810326"/>
            <a:ext cx="3777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Stories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D0C1E8E-C349-CCFC-5C4B-CF827414533E}"/>
              </a:ext>
            </a:extLst>
          </p:cNvPr>
          <p:cNvSpPr txBox="1"/>
          <p:nvPr/>
        </p:nvSpPr>
        <p:spPr>
          <a:xfrm>
            <a:off x="4379882" y="-8258410"/>
            <a:ext cx="9144000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 Black" panose="020B0A04020102020204" pitchFamily="34" charset="0"/>
              </a:rPr>
              <a:t>It combines elements of storytelling and adventure, capturing the essence of both a narrative and an interactive game.</a:t>
            </a:r>
          </a:p>
        </p:txBody>
      </p:sp>
      <p:pic>
        <p:nvPicPr>
          <p:cNvPr id="16" name="Picture 2" descr="What is Python Coding? | Juni Learning">
            <a:extLst>
              <a:ext uri="{FF2B5EF4-FFF2-40B4-BE49-F238E27FC236}">
                <a16:creationId xmlns:a16="http://schemas.microsoft.com/office/drawing/2014/main" id="{4DFF4492-5FC6-6E38-8A0E-72632745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742" y="1485693"/>
            <a:ext cx="2893882" cy="2893882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079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0AFF13-BD62-C798-BA52-3C3A27F0E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5088829"/>
            <a:ext cx="6820251" cy="45785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65A1A0-69E2-39BA-6F9B-16C093038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5088" y="5279338"/>
            <a:ext cx="7163168" cy="4388076"/>
          </a:xfrm>
          <a:prstGeom prst="rect">
            <a:avLst/>
          </a:prstGeom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9C98E2DF-B948-600E-A740-28CF9E4E2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328" y="1824342"/>
            <a:ext cx="2893882" cy="1143000"/>
          </a:xfrm>
          <a:prstGeom prst="rect">
            <a:avLst/>
          </a:prstGeom>
        </p:spPr>
      </p:pic>
      <p:pic>
        <p:nvPicPr>
          <p:cNvPr id="16" name="Picture 2" descr="What is Python Coding? | Juni Learning">
            <a:extLst>
              <a:ext uri="{FF2B5EF4-FFF2-40B4-BE49-F238E27FC236}">
                <a16:creationId xmlns:a16="http://schemas.microsoft.com/office/drawing/2014/main" id="{69862F8A-CD6B-C903-C590-81617AEF1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088" y="371251"/>
            <a:ext cx="4049181" cy="4049181"/>
          </a:xfrm>
          <a:prstGeom prst="roundRect">
            <a:avLst>
              <a:gd name="adj" fmla="val 185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035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0AFF13-BD62-C798-BA52-3C3A27F0E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4076700"/>
            <a:ext cx="8115777" cy="54483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65A1A0-69E2-39BA-6F9B-16C093038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1512" y="3915295"/>
            <a:ext cx="9420854" cy="5771109"/>
          </a:xfrm>
          <a:prstGeom prst="rect">
            <a:avLst/>
          </a:prstGeom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9C98E2DF-B948-600E-A740-28CF9E4E2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616" y="762000"/>
            <a:ext cx="2893882" cy="1143000"/>
          </a:xfrm>
          <a:prstGeom prst="rect">
            <a:avLst/>
          </a:prstGeom>
        </p:spPr>
      </p:pic>
      <p:pic>
        <p:nvPicPr>
          <p:cNvPr id="16" name="Picture 2" descr="What is Python Coding? | Juni Learning">
            <a:extLst>
              <a:ext uri="{FF2B5EF4-FFF2-40B4-BE49-F238E27FC236}">
                <a16:creationId xmlns:a16="http://schemas.microsoft.com/office/drawing/2014/main" id="{4DFF4492-5FC6-6E38-8A0E-72632745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0503" y="86698"/>
            <a:ext cx="2330434" cy="2330434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459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0AFF13-BD62-C798-BA52-3C3A27F0E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5088829"/>
            <a:ext cx="6820251" cy="45785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65A1A0-69E2-39BA-6F9B-16C093038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5088" y="5279338"/>
            <a:ext cx="7163168" cy="4388076"/>
          </a:xfrm>
          <a:prstGeom prst="rect">
            <a:avLst/>
          </a:prstGeom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9C98E2DF-B948-600E-A740-28CF9E4E2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425" y="1566496"/>
            <a:ext cx="4737961" cy="1871358"/>
          </a:xfrm>
          <a:prstGeom prst="rect">
            <a:avLst/>
          </a:prstGeom>
        </p:spPr>
      </p:pic>
      <p:pic>
        <p:nvPicPr>
          <p:cNvPr id="16" name="Picture 2" descr="What is Python Coding? | Juni Learning">
            <a:extLst>
              <a:ext uri="{FF2B5EF4-FFF2-40B4-BE49-F238E27FC236}">
                <a16:creationId xmlns:a16="http://schemas.microsoft.com/office/drawing/2014/main" id="{4DFF4492-5FC6-6E38-8A0E-726327456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742" y="1485693"/>
            <a:ext cx="2893882" cy="2893882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11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6A7FC55-C8EF-5D12-1EE0-257D2B605857}"/>
              </a:ext>
            </a:extLst>
          </p:cNvPr>
          <p:cNvSpPr txBox="1"/>
          <p:nvPr/>
        </p:nvSpPr>
        <p:spPr>
          <a:xfrm>
            <a:off x="4000500" y="2196871"/>
            <a:ext cx="10287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Embark on Your Epic Adventure with EpicQuest Chronicles!</a:t>
            </a:r>
            <a:endParaRPr lang="en-US" sz="2400" dirty="0">
              <a:latin typeface="Arial Black" panose="020B0A04020102020204" pitchFamily="34" charset="0"/>
            </a:endParaRPr>
          </a:p>
          <a:p>
            <a:pPr algn="ctr"/>
            <a:r>
              <a:rPr lang="en-US" sz="2400" i="1" dirty="0">
                <a:latin typeface="+mj-lt"/>
              </a:rPr>
              <a:t>Dive into a world where your decisions shape the story. Become a hero in a game that blends immersive storytelling with thrilling gameplay. Start your quest today and forge your destiny in EpicQuest Chronicles!</a:t>
            </a:r>
          </a:p>
          <a:p>
            <a:pPr algn="ctr"/>
            <a:r>
              <a:rPr lang="en-US" sz="2400" b="1" dirty="0">
                <a:latin typeface="Harlow Solid Italic" panose="04030604020F02020D02" pitchFamily="82" charset="0"/>
              </a:rPr>
              <a:t>Join the Adventure Now!</a:t>
            </a:r>
            <a:endParaRPr lang="en-US" sz="2400" dirty="0">
              <a:latin typeface="Harlow Solid Italic" panose="04030604020F02020D02" pitchFamily="8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EDA81D-9F83-A591-1F17-EF7447BC2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84" y="-5733156"/>
            <a:ext cx="8115777" cy="5448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3DA3AC2-227A-EEF8-4ED7-5A6850419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096" y="-5894561"/>
            <a:ext cx="9420854" cy="577110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8CF6DC3C-1E01-FB8A-EFFC-3DCA71361D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200" y="-9047856"/>
            <a:ext cx="2893882" cy="1143000"/>
          </a:xfrm>
          <a:prstGeom prst="rect">
            <a:avLst/>
          </a:prstGeom>
        </p:spPr>
      </p:pic>
      <p:pic>
        <p:nvPicPr>
          <p:cNvPr id="10" name="Picture 2" descr="What is Python Coding? | Juni Learning">
            <a:extLst>
              <a:ext uri="{FF2B5EF4-FFF2-40B4-BE49-F238E27FC236}">
                <a16:creationId xmlns:a16="http://schemas.microsoft.com/office/drawing/2014/main" id="{A456E5C7-DB63-99E5-D7AB-EAE463735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087" y="-9723158"/>
            <a:ext cx="2330434" cy="2330434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B81ED6E-F37F-2C38-1B9E-F0AE7E5A12A3}"/>
              </a:ext>
            </a:extLst>
          </p:cNvPr>
          <p:cNvSpPr txBox="1"/>
          <p:nvPr/>
        </p:nvSpPr>
        <p:spPr>
          <a:xfrm>
            <a:off x="4914900" y="10377680"/>
            <a:ext cx="937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Contact me : </a:t>
            </a:r>
            <a:r>
              <a:rPr lang="en-US" sz="2000" b="1" dirty="0">
                <a:latin typeface="Arial Black" panose="020B0A04020102020204" pitchFamily="34" charset="0"/>
              </a:rPr>
              <a:t>EpicQuestChronicles@gmail.com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60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682">
                <a:solidFill>
                  <a:srgbClr val="FFFFFF"/>
                </a:solidFill>
                <a:latin typeface="Arimo Bold"/>
              </a:rPr>
              <a:t>IBRAHIM HASSAN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364" dirty="0">
                <a:solidFill>
                  <a:srgbClr val="FFFFFF"/>
                </a:solidFill>
                <a:latin typeface="Arial Bold"/>
              </a:rPr>
              <a:t>&lt;NAME OF THE PROJECT&gt;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190500"/>
            <a:ext cx="2893882" cy="1143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6A7FC55-C8EF-5D12-1EE0-257D2B605857}"/>
              </a:ext>
            </a:extLst>
          </p:cNvPr>
          <p:cNvSpPr txBox="1"/>
          <p:nvPr/>
        </p:nvSpPr>
        <p:spPr>
          <a:xfrm>
            <a:off x="4000500" y="2196871"/>
            <a:ext cx="10287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Embark on Your Epic Adventure with EpicQuest Chronicles!</a:t>
            </a:r>
            <a:endParaRPr lang="en-US" sz="2400" dirty="0">
              <a:latin typeface="Arial Black" panose="020B0A04020102020204" pitchFamily="34" charset="0"/>
            </a:endParaRPr>
          </a:p>
          <a:p>
            <a:pPr algn="ctr"/>
            <a:r>
              <a:rPr lang="en-US" sz="2400" i="1" dirty="0">
                <a:latin typeface="+mj-lt"/>
              </a:rPr>
              <a:t>Dive into a world where your decisions shape the story. Become a hero in a game that blends immersive storytelling with thrilling gameplay. Start your quest today and forge your destiny in EpicQuest Chronicles!</a:t>
            </a:r>
          </a:p>
          <a:p>
            <a:pPr algn="ctr"/>
            <a:r>
              <a:rPr lang="en-US" sz="2400" b="1" dirty="0">
                <a:latin typeface="Harlow Solid Italic" panose="04030604020F02020D02" pitchFamily="82" charset="0"/>
              </a:rPr>
              <a:t>Join the Adventure Now!</a:t>
            </a:r>
            <a:endParaRPr lang="en-US" sz="2400" dirty="0">
              <a:latin typeface="Harlow Solid Italic" panose="04030604020F02020D02" pitchFamily="8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EDA81D-9F83-A591-1F17-EF7447BC2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84" y="-5733156"/>
            <a:ext cx="8115777" cy="5448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3DA3AC2-227A-EEF8-4ED7-5A6850419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096" y="-5894561"/>
            <a:ext cx="9420854" cy="5771109"/>
          </a:xfrm>
          <a:prstGeom prst="rect">
            <a:avLst/>
          </a:prstGeom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8CF6DC3C-1E01-FB8A-EFFC-3DCA71361D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200" y="-9047856"/>
            <a:ext cx="2893882" cy="1143000"/>
          </a:xfrm>
          <a:prstGeom prst="rect">
            <a:avLst/>
          </a:prstGeom>
        </p:spPr>
      </p:pic>
      <p:pic>
        <p:nvPicPr>
          <p:cNvPr id="10" name="Picture 2" descr="What is Python Coding? | Juni Learning">
            <a:extLst>
              <a:ext uri="{FF2B5EF4-FFF2-40B4-BE49-F238E27FC236}">
                <a16:creationId xmlns:a16="http://schemas.microsoft.com/office/drawing/2014/main" id="{A456E5C7-DB63-99E5-D7AB-EAE463735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087" y="-9723158"/>
            <a:ext cx="2330434" cy="2330434"/>
          </a:xfrm>
          <a:prstGeom prst="roundRect">
            <a:avLst>
              <a:gd name="adj" fmla="val 1096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4A721D-9AE3-9006-B523-1CB41BE5FB05}"/>
              </a:ext>
            </a:extLst>
          </p:cNvPr>
          <p:cNvSpPr txBox="1"/>
          <p:nvPr/>
        </p:nvSpPr>
        <p:spPr>
          <a:xfrm>
            <a:off x="4914900" y="5967567"/>
            <a:ext cx="937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Contact me : </a:t>
            </a:r>
            <a:r>
              <a:rPr lang="en-US" sz="2000" b="1" dirty="0">
                <a:latin typeface="Arial Black" panose="020B0A04020102020204" pitchFamily="34" charset="0"/>
              </a:rPr>
              <a:t>EpicQuestChronicles@gmail.com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060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336</Words>
  <Application>Microsoft Office PowerPoint</Application>
  <PresentationFormat>Personnalisé</PresentationFormat>
  <Paragraphs>85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Arimo Bold</vt:lpstr>
      <vt:lpstr>Arial</vt:lpstr>
      <vt:lpstr>Calibri</vt:lpstr>
      <vt:lpstr>Arial Bold</vt:lpstr>
      <vt:lpstr>Bauhaus 93</vt:lpstr>
      <vt:lpstr>Blackadder ITC</vt:lpstr>
      <vt:lpstr>Harlow Solid Italic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Algo_pitch.pptx</dc:title>
  <dc:creator>info</dc:creator>
  <cp:lastModifiedBy>Yasmine Mouhib</cp:lastModifiedBy>
  <cp:revision>9</cp:revision>
  <dcterms:created xsi:type="dcterms:W3CDTF">2006-08-16T00:00:00Z</dcterms:created>
  <dcterms:modified xsi:type="dcterms:W3CDTF">2024-07-27T16:04:12Z</dcterms:modified>
  <dc:identifier>DAGGoevBJJk</dc:identifier>
</cp:coreProperties>
</file>